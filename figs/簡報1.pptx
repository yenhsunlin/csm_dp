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BFFF"/>
    <a:srgbClr val="D25B19"/>
    <a:srgbClr val="C9A7F8"/>
    <a:srgbClr val="521B93"/>
    <a:srgbClr val="FFE9EC"/>
    <a:srgbClr val="FFD3EC"/>
    <a:srgbClr val="941651"/>
    <a:srgbClr val="AA99CD"/>
    <a:srgbClr val="3F7F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1"/>
    <p:restoredTop sz="94680"/>
  </p:normalViewPr>
  <p:slideViewPr>
    <p:cSldViewPr snapToGrid="0">
      <p:cViewPr varScale="1">
        <p:scale>
          <a:sx n="137" d="100"/>
          <a:sy n="137" d="100"/>
        </p:scale>
        <p:origin x="1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A8567-7B04-C20F-24FA-71809BC77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0F42DE3-7CC8-EE39-A366-83716019A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027ABB-897F-DCC2-E266-669DC3B7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FCBB97-247E-6EA1-503C-A0E5D052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8FE0BB-2C61-01DB-857C-A2C718EC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677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CA368-41AF-5697-9FA2-74CE8F26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C27B9D-E0E4-074F-6EBF-D13F05001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2EC3A2-7006-B1F1-9A32-7E07BC3F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49CCD3-FE6A-E3AF-047B-3D08C30D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F97BF4-7233-285F-13E0-F385FECF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32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D49A22-A74F-A7DE-8893-8C5F5BCD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182EBA-4A7C-F729-EE93-0EEDBDFF0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319F73-2667-50F2-62C6-88335B2B2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EA698D-200C-0CA1-2DD9-7CBCFF333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235F4B-3EDF-EAE3-1051-100FAA97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8136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D83D10-4A7C-EB09-027E-675B8EB9D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7D88CC-8709-9EC2-8F96-C9302A5C0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9E44D4-B269-F541-A76D-A4CFFCE21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380725-D9E7-1E86-2AB6-3C157510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A5697D-32E1-15C8-C3CB-1D0EB3E7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3EF18A-2DA2-EDD6-296C-8740B5D86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094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9F9721-3A20-4A19-B208-992B9028E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577196-BD00-D623-E699-D87BE347C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15F0FE-0916-EBC5-CB99-F742498CC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86E88C2-FBE6-61DD-35FE-2B6054989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D0D913-0C9A-A134-968D-6EA181C88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10BABF7-3845-4CA4-3D9A-03C5D3A28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5BE2B55-CDE0-FD44-1602-184D0B5A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2B8511-E408-A3BF-EACE-1321194E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1899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B7D0B-CBFA-82E1-8539-19FE876C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6B3CBA-D81F-E22D-B013-863AC07A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8442BB3-DC23-B299-8580-991DFB329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C7D951-8459-456C-D991-A86249BE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4874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2922006-7083-AA4F-44E1-2E317077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B5755DF-8B12-354A-610F-120E3506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EDE3AD-501B-F032-3C15-FDEA6D17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94216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E59E0-EB5B-10ED-B727-0DE2DE1B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106111-60A5-3C08-DE57-7F35AD9C5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577DCA-A713-7654-D183-AA74FF0A4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F9D7A15-D2A9-3BD3-5BEC-4EDE5DB5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393A74-5401-1CAA-57A3-EC43232D1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4898B3-21D8-751E-9865-164017231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7608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501097-23DC-1F3C-D68D-2E0DCD45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57323E0-FFD1-AE64-F138-F7BFD427A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31E260-1771-9337-3E66-C21F83F7B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E987C22-8A5C-90A3-8410-03385AAE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612144-A430-EED0-357B-3DA6DA88F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4C84F6-F09F-E15B-69BC-C509D228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7177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18589-F475-6CAE-00B8-8BC387FF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9EA1201-DF09-3BDC-C1BE-155C2C2EF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3E1A79-7864-3E8A-DD9C-D08EB90F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EBB834-9825-3A83-D1D1-8EA506F36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8B74A4-43A7-A6E1-67FD-C2ACCB91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56558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2017329-7DA4-885E-556B-9741EED83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1B7F7D4-D888-E459-754F-20693686F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FC0434-05AA-2F73-FFD8-859C316A4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EE88AB-E45B-6283-4559-50703CEC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5536EF-E193-6007-24D6-9C32B990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56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10CCDA9-AEB8-345B-51EF-C6E777A4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2E0F47-7207-40C9-FAF7-788674588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FE40A7-DB4F-B7FD-6216-1D918B528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2E2AD-4DEB-F947-B1B4-6D0CBA2B297C}" type="datetimeFigureOut">
              <a:rPr kumimoji="1" lang="zh-TW" altLang="en-US" smtClean="0"/>
              <a:t>2025/12/21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3A4C56-4FB4-6511-89A0-9B6DF0DC1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907D79-D70F-258F-9BBA-6FBEFC9A4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E6943-21B5-D64D-A89E-A9D226837E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005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群組 1032">
            <a:extLst>
              <a:ext uri="{FF2B5EF4-FFF2-40B4-BE49-F238E27FC236}">
                <a16:creationId xmlns:a16="http://schemas.microsoft.com/office/drawing/2014/main" id="{57F4C5E8-A6A7-729D-3DCA-D1EEBCFC5767}"/>
              </a:ext>
            </a:extLst>
          </p:cNvPr>
          <p:cNvGrpSpPr/>
          <p:nvPr/>
        </p:nvGrpSpPr>
        <p:grpSpPr>
          <a:xfrm>
            <a:off x="9439873" y="2255400"/>
            <a:ext cx="401947" cy="361660"/>
            <a:chOff x="8548529" y="3222508"/>
            <a:chExt cx="401947" cy="361660"/>
          </a:xfrm>
        </p:grpSpPr>
        <p:sp>
          <p:nvSpPr>
            <p:cNvPr id="1029" name="橢圓 1028">
              <a:extLst>
                <a:ext uri="{FF2B5EF4-FFF2-40B4-BE49-F238E27FC236}">
                  <a16:creationId xmlns:a16="http://schemas.microsoft.com/office/drawing/2014/main" id="{48F4A406-504A-925B-052A-B05A060803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48529" y="3222508"/>
              <a:ext cx="363977" cy="361660"/>
            </a:xfrm>
            <a:prstGeom prst="ellipse">
              <a:avLst/>
            </a:prstGeom>
            <a:solidFill>
              <a:srgbClr val="C9A7F8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030" name="橢圓 1029">
              <a:extLst>
                <a:ext uri="{FF2B5EF4-FFF2-40B4-BE49-F238E27FC236}">
                  <a16:creationId xmlns:a16="http://schemas.microsoft.com/office/drawing/2014/main" id="{4EB085E3-B720-A363-BBE0-4178E053BEF6}"/>
                </a:ext>
              </a:extLst>
            </p:cNvPr>
            <p:cNvSpPr/>
            <p:nvPr/>
          </p:nvSpPr>
          <p:spPr>
            <a:xfrm rot="19644702">
              <a:off x="8613304" y="3287991"/>
              <a:ext cx="121285" cy="79010"/>
            </a:xfrm>
            <a:prstGeom prst="ellipse">
              <a:avLst/>
            </a:prstGeom>
            <a:solidFill>
              <a:srgbClr val="FFE9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31" name="月亮 1030">
              <a:extLst>
                <a:ext uri="{FF2B5EF4-FFF2-40B4-BE49-F238E27FC236}">
                  <a16:creationId xmlns:a16="http://schemas.microsoft.com/office/drawing/2014/main" id="{98A0E481-9D24-9340-996B-077A93070E81}"/>
                </a:ext>
              </a:extLst>
            </p:cNvPr>
            <p:cNvSpPr/>
            <p:nvPr/>
          </p:nvSpPr>
          <p:spPr>
            <a:xfrm rot="14518812">
              <a:off x="8742422" y="3359124"/>
              <a:ext cx="102458" cy="313651"/>
            </a:xfrm>
            <a:prstGeom prst="moon">
              <a:avLst>
                <a:gd name="adj" fmla="val 48494"/>
              </a:avLst>
            </a:prstGeom>
            <a:solidFill>
              <a:srgbClr val="941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32" name="橢圓 1031">
              <a:extLst>
                <a:ext uri="{FF2B5EF4-FFF2-40B4-BE49-F238E27FC236}">
                  <a16:creationId xmlns:a16="http://schemas.microsoft.com/office/drawing/2014/main" id="{53F85397-1AAA-9CF0-0EDC-4874EEEE1E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48529" y="3222508"/>
              <a:ext cx="363977" cy="361660"/>
            </a:xfrm>
            <a:prstGeom prst="ellipse">
              <a:avLst/>
            </a:prstGeom>
            <a:noFill/>
            <a:ln w="25400">
              <a:solidFill>
                <a:srgbClr val="521B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1243864-FE69-1F82-701A-128E41215FF3}"/>
              </a:ext>
            </a:extLst>
          </p:cNvPr>
          <p:cNvSpPr txBox="1"/>
          <p:nvPr/>
        </p:nvSpPr>
        <p:spPr>
          <a:xfrm>
            <a:off x="9728030" y="2405796"/>
            <a:ext cx="401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i="1" dirty="0">
                <a:solidFill>
                  <a:srgbClr val="521B93"/>
                </a:solidFill>
                <a:latin typeface="Myriad Pro" panose="020B0503030403020204" pitchFamily="34" charset="0"/>
              </a:rPr>
              <a:t>e</a:t>
            </a:r>
            <a:r>
              <a:rPr kumimoji="1" lang="en-US" altLang="zh-TW" sz="1600" baseline="30000" dirty="0">
                <a:solidFill>
                  <a:srgbClr val="521B93"/>
                </a:solidFill>
                <a:latin typeface="Myriad Pro" panose="020B0503030403020204" pitchFamily="34" charset="0"/>
              </a:rPr>
              <a:t>+</a:t>
            </a:r>
            <a:endParaRPr kumimoji="1" lang="zh-TW" altLang="en-US" sz="1600" baseline="30000" dirty="0">
              <a:solidFill>
                <a:srgbClr val="521B93"/>
              </a:solidFill>
              <a:latin typeface="Myriad Pro" panose="020B0503030403020204" pitchFamily="34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4BCA5A0-0FFA-83C8-F623-86A05A1BADE6}"/>
              </a:ext>
            </a:extLst>
          </p:cNvPr>
          <p:cNvGrpSpPr/>
          <p:nvPr/>
        </p:nvGrpSpPr>
        <p:grpSpPr>
          <a:xfrm>
            <a:off x="10487762" y="4984370"/>
            <a:ext cx="442674" cy="397405"/>
            <a:chOff x="8097636" y="5791327"/>
            <a:chExt cx="442674" cy="397405"/>
          </a:xfrm>
        </p:grpSpPr>
        <p:grpSp>
          <p:nvGrpSpPr>
            <p:cNvPr id="1061" name="群組 1060">
              <a:extLst>
                <a:ext uri="{FF2B5EF4-FFF2-40B4-BE49-F238E27FC236}">
                  <a16:creationId xmlns:a16="http://schemas.microsoft.com/office/drawing/2014/main" id="{9FAB61C1-019C-9324-21C8-7A5387FA020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98634" y="5791327"/>
              <a:ext cx="441676" cy="397405"/>
              <a:chOff x="10250852" y="2187070"/>
              <a:chExt cx="1159429" cy="1043216"/>
            </a:xfrm>
          </p:grpSpPr>
          <p:sp>
            <p:nvSpPr>
              <p:cNvPr id="1062" name="橢圓 1061">
                <a:extLst>
                  <a:ext uri="{FF2B5EF4-FFF2-40B4-BE49-F238E27FC236}">
                    <a16:creationId xmlns:a16="http://schemas.microsoft.com/office/drawing/2014/main" id="{46C55D37-93A4-F7E7-855D-66F4D5D479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sp>
            <p:nvSpPr>
              <p:cNvPr id="1063" name="橢圓 1062">
                <a:extLst>
                  <a:ext uri="{FF2B5EF4-FFF2-40B4-BE49-F238E27FC236}">
                    <a16:creationId xmlns:a16="http://schemas.microsoft.com/office/drawing/2014/main" id="{8F9C4BCE-25B2-DE26-1557-906DCE4F8DB6}"/>
                  </a:ext>
                </a:extLst>
              </p:cNvPr>
              <p:cNvSpPr/>
              <p:nvPr/>
            </p:nvSpPr>
            <p:spPr>
              <a:xfrm rot="19644702">
                <a:off x="10410781" y="2349040"/>
                <a:ext cx="349848" cy="2279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064" name="月亮 1063">
                <a:extLst>
                  <a:ext uri="{FF2B5EF4-FFF2-40B4-BE49-F238E27FC236}">
                    <a16:creationId xmlns:a16="http://schemas.microsoft.com/office/drawing/2014/main" id="{7BB89FE8-47F3-9825-20DB-BFA6D0E0F866}"/>
                  </a:ext>
                </a:extLst>
              </p:cNvPr>
              <p:cNvSpPr/>
              <p:nvPr/>
            </p:nvSpPr>
            <p:spPr>
              <a:xfrm rot="14518812">
                <a:off x="10810142" y="2581141"/>
                <a:ext cx="295544" cy="904735"/>
              </a:xfrm>
              <a:prstGeom prst="moon">
                <a:avLst>
                  <a:gd name="adj" fmla="val 48494"/>
                </a:avLst>
              </a:prstGeom>
              <a:solidFill>
                <a:srgbClr val="D25B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065" name="橢圓 1064">
                <a:extLst>
                  <a:ext uri="{FF2B5EF4-FFF2-40B4-BE49-F238E27FC236}">
                    <a16:creationId xmlns:a16="http://schemas.microsoft.com/office/drawing/2014/main" id="{E099A195-77F5-8502-8130-E9006A584A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noFill/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1035" name="文字方塊 1034">
              <a:extLst>
                <a:ext uri="{FF2B5EF4-FFF2-40B4-BE49-F238E27FC236}">
                  <a16:creationId xmlns:a16="http://schemas.microsoft.com/office/drawing/2014/main" id="{A63E783B-3880-9F94-C36B-9C3AE8762AE9}"/>
                </a:ext>
              </a:extLst>
            </p:cNvPr>
            <p:cNvSpPr txBox="1"/>
            <p:nvPr/>
          </p:nvSpPr>
          <p:spPr>
            <a:xfrm>
              <a:off x="8097636" y="5822941"/>
              <a:ext cx="401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chemeClr val="accent2">
                      <a:lumMod val="50000"/>
                    </a:schemeClr>
                  </a:solidFill>
                  <a:latin typeface="Myriad Pro" panose="020B0503030403020204" pitchFamily="34" charset="0"/>
                </a:rPr>
                <a:t>H</a:t>
              </a:r>
              <a:endParaRPr kumimoji="1" lang="zh-TW" altLang="en-US" sz="1600" dirty="0">
                <a:solidFill>
                  <a:schemeClr val="accent2">
                    <a:lumMod val="50000"/>
                  </a:schemeClr>
                </a:solidFill>
                <a:latin typeface="Myriad Pro" panose="020B0503030403020204" pitchFamily="34" charset="0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356E8392-E04D-ADD2-DCBF-F86DF8450D41}"/>
              </a:ext>
            </a:extLst>
          </p:cNvPr>
          <p:cNvGrpSpPr/>
          <p:nvPr/>
        </p:nvGrpSpPr>
        <p:grpSpPr>
          <a:xfrm>
            <a:off x="10838660" y="3653189"/>
            <a:ext cx="442674" cy="397405"/>
            <a:chOff x="8097636" y="5791327"/>
            <a:chExt cx="442674" cy="397405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EFDB5937-E38F-A656-9D02-E54F82C2D9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98634" y="5791327"/>
              <a:ext cx="441676" cy="397405"/>
              <a:chOff x="10250852" y="2187070"/>
              <a:chExt cx="1159429" cy="1043216"/>
            </a:xfrm>
          </p:grpSpPr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0F31A447-70C3-50B4-4597-0D53412A3B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67E5BBBE-767A-DCFC-6867-885377125EC9}"/>
                  </a:ext>
                </a:extLst>
              </p:cNvPr>
              <p:cNvSpPr/>
              <p:nvPr/>
            </p:nvSpPr>
            <p:spPr>
              <a:xfrm rot="19644702">
                <a:off x="10410781" y="2349040"/>
                <a:ext cx="349848" cy="2279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4" name="月亮 13">
                <a:extLst>
                  <a:ext uri="{FF2B5EF4-FFF2-40B4-BE49-F238E27FC236}">
                    <a16:creationId xmlns:a16="http://schemas.microsoft.com/office/drawing/2014/main" id="{58D9D0C9-DC24-CD3F-7C21-5E975906DA95}"/>
                  </a:ext>
                </a:extLst>
              </p:cNvPr>
              <p:cNvSpPr/>
              <p:nvPr/>
            </p:nvSpPr>
            <p:spPr>
              <a:xfrm rot="14518812">
                <a:off x="10810142" y="2581141"/>
                <a:ext cx="295544" cy="904735"/>
              </a:xfrm>
              <a:prstGeom prst="moon">
                <a:avLst>
                  <a:gd name="adj" fmla="val 48494"/>
                </a:avLst>
              </a:prstGeom>
              <a:solidFill>
                <a:srgbClr val="D25B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5" name="橢圓 14">
                <a:extLst>
                  <a:ext uri="{FF2B5EF4-FFF2-40B4-BE49-F238E27FC236}">
                    <a16:creationId xmlns:a16="http://schemas.microsoft.com/office/drawing/2014/main" id="{00C55A6F-A5EF-3022-C144-E0EB01B860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noFill/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FED3418C-0DFB-6233-D619-9268F1DFE7F9}"/>
                </a:ext>
              </a:extLst>
            </p:cNvPr>
            <p:cNvSpPr txBox="1"/>
            <p:nvPr/>
          </p:nvSpPr>
          <p:spPr>
            <a:xfrm>
              <a:off x="8097636" y="5822941"/>
              <a:ext cx="401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chemeClr val="accent2">
                      <a:lumMod val="50000"/>
                    </a:schemeClr>
                  </a:solidFill>
                  <a:latin typeface="Myriad Pro" panose="020B0503030403020204" pitchFamily="34" charset="0"/>
                </a:rPr>
                <a:t>H</a:t>
              </a:r>
              <a:endParaRPr kumimoji="1" lang="zh-TW" altLang="en-US" sz="1600" dirty="0">
                <a:solidFill>
                  <a:schemeClr val="accent2">
                    <a:lumMod val="50000"/>
                  </a:schemeClr>
                </a:solidFill>
                <a:latin typeface="Myriad Pro" panose="020B0503030403020204" pitchFamily="34" charset="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38B74AE-EACD-9C73-1E93-1943D4DB6AA8}"/>
              </a:ext>
            </a:extLst>
          </p:cNvPr>
          <p:cNvGrpSpPr/>
          <p:nvPr/>
        </p:nvGrpSpPr>
        <p:grpSpPr>
          <a:xfrm>
            <a:off x="9591815" y="2840247"/>
            <a:ext cx="442674" cy="397405"/>
            <a:chOff x="8097636" y="5791327"/>
            <a:chExt cx="442674" cy="397405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4C53F01C-FB36-3919-AA07-CBECEAB7D3C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98634" y="5791327"/>
              <a:ext cx="441676" cy="397405"/>
              <a:chOff x="10250852" y="2187070"/>
              <a:chExt cx="1159429" cy="1043216"/>
            </a:xfrm>
          </p:grpSpPr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7C71C9C1-A387-B04A-8392-2D92336B64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E44489BA-322F-921B-F2FE-B26054826C29}"/>
                  </a:ext>
                </a:extLst>
              </p:cNvPr>
              <p:cNvSpPr/>
              <p:nvPr/>
            </p:nvSpPr>
            <p:spPr>
              <a:xfrm rot="19644702">
                <a:off x="10410781" y="2349040"/>
                <a:ext cx="349848" cy="2279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26" name="月亮 25">
                <a:extLst>
                  <a:ext uri="{FF2B5EF4-FFF2-40B4-BE49-F238E27FC236}">
                    <a16:creationId xmlns:a16="http://schemas.microsoft.com/office/drawing/2014/main" id="{D1E876B3-CFF6-48B3-C70F-4CC3078185D2}"/>
                  </a:ext>
                </a:extLst>
              </p:cNvPr>
              <p:cNvSpPr/>
              <p:nvPr/>
            </p:nvSpPr>
            <p:spPr>
              <a:xfrm rot="14518812">
                <a:off x="10810142" y="2581141"/>
                <a:ext cx="295544" cy="904735"/>
              </a:xfrm>
              <a:prstGeom prst="moon">
                <a:avLst>
                  <a:gd name="adj" fmla="val 48494"/>
                </a:avLst>
              </a:prstGeom>
              <a:solidFill>
                <a:srgbClr val="D25B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08101D8B-D154-603D-D350-491E717678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noFill/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B6689F73-19D5-5A96-1B7D-D2C2CBCA9F88}"/>
                </a:ext>
              </a:extLst>
            </p:cNvPr>
            <p:cNvSpPr txBox="1"/>
            <p:nvPr/>
          </p:nvSpPr>
          <p:spPr>
            <a:xfrm>
              <a:off x="8097636" y="5822941"/>
              <a:ext cx="401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chemeClr val="accent2">
                      <a:lumMod val="50000"/>
                    </a:schemeClr>
                  </a:solidFill>
                  <a:latin typeface="Myriad Pro" panose="020B0503030403020204" pitchFamily="34" charset="0"/>
                </a:rPr>
                <a:t>H</a:t>
              </a:r>
              <a:endParaRPr kumimoji="1" lang="zh-TW" altLang="en-US" sz="1600" dirty="0">
                <a:solidFill>
                  <a:schemeClr val="accent2">
                    <a:lumMod val="50000"/>
                  </a:schemeClr>
                </a:solidFill>
                <a:latin typeface="Myriad Pro" panose="020B0503030403020204" pitchFamily="34" charset="0"/>
              </a:endParaRP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BCB6A447-3959-36BD-A70D-9DB727FC116E}"/>
              </a:ext>
            </a:extLst>
          </p:cNvPr>
          <p:cNvGrpSpPr/>
          <p:nvPr/>
        </p:nvGrpSpPr>
        <p:grpSpPr>
          <a:xfrm>
            <a:off x="9901254" y="5089481"/>
            <a:ext cx="442674" cy="397405"/>
            <a:chOff x="8097636" y="5791327"/>
            <a:chExt cx="442674" cy="397405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5BC95A53-E67D-7C45-1C19-7B4CC6FA13E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98634" y="5791327"/>
              <a:ext cx="441676" cy="397405"/>
              <a:chOff x="10250852" y="2187070"/>
              <a:chExt cx="1159429" cy="1043216"/>
            </a:xfrm>
          </p:grpSpPr>
          <p:sp>
            <p:nvSpPr>
              <p:cNvPr id="38" name="橢圓 37">
                <a:extLst>
                  <a:ext uri="{FF2B5EF4-FFF2-40B4-BE49-F238E27FC236}">
                    <a16:creationId xmlns:a16="http://schemas.microsoft.com/office/drawing/2014/main" id="{4830B0F9-6FB5-DFDC-DA84-595ABEB43A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sp>
            <p:nvSpPr>
              <p:cNvPr id="39" name="橢圓 38">
                <a:extLst>
                  <a:ext uri="{FF2B5EF4-FFF2-40B4-BE49-F238E27FC236}">
                    <a16:creationId xmlns:a16="http://schemas.microsoft.com/office/drawing/2014/main" id="{E06852C0-D7E1-E871-202C-2F954DC93068}"/>
                  </a:ext>
                </a:extLst>
              </p:cNvPr>
              <p:cNvSpPr/>
              <p:nvPr/>
            </p:nvSpPr>
            <p:spPr>
              <a:xfrm rot="19644702">
                <a:off x="10410781" y="2349040"/>
                <a:ext cx="349848" cy="2279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40" name="月亮 39">
                <a:extLst>
                  <a:ext uri="{FF2B5EF4-FFF2-40B4-BE49-F238E27FC236}">
                    <a16:creationId xmlns:a16="http://schemas.microsoft.com/office/drawing/2014/main" id="{0151B961-4B59-0D19-4629-435BDA2A97A5}"/>
                  </a:ext>
                </a:extLst>
              </p:cNvPr>
              <p:cNvSpPr/>
              <p:nvPr/>
            </p:nvSpPr>
            <p:spPr>
              <a:xfrm rot="14518812">
                <a:off x="10810142" y="2581141"/>
                <a:ext cx="295544" cy="904735"/>
              </a:xfrm>
              <a:prstGeom prst="moon">
                <a:avLst>
                  <a:gd name="adj" fmla="val 48494"/>
                </a:avLst>
              </a:prstGeom>
              <a:solidFill>
                <a:srgbClr val="D25B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43" name="橢圓 42">
                <a:extLst>
                  <a:ext uri="{FF2B5EF4-FFF2-40B4-BE49-F238E27FC236}">
                    <a16:creationId xmlns:a16="http://schemas.microsoft.com/office/drawing/2014/main" id="{90A3EA6B-FBAD-4D02-E73C-AC8C3D4541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noFill/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05F63102-CEC6-175C-61AF-C5DD4B2B7EA3}"/>
                </a:ext>
              </a:extLst>
            </p:cNvPr>
            <p:cNvSpPr txBox="1"/>
            <p:nvPr/>
          </p:nvSpPr>
          <p:spPr>
            <a:xfrm>
              <a:off x="8097636" y="5822941"/>
              <a:ext cx="401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chemeClr val="accent2">
                      <a:lumMod val="50000"/>
                    </a:schemeClr>
                  </a:solidFill>
                  <a:latin typeface="Myriad Pro" panose="020B0503030403020204" pitchFamily="34" charset="0"/>
                </a:rPr>
                <a:t>H</a:t>
              </a:r>
              <a:endParaRPr kumimoji="1" lang="zh-TW" altLang="en-US" sz="1600" dirty="0">
                <a:solidFill>
                  <a:schemeClr val="accent2">
                    <a:lumMod val="50000"/>
                  </a:schemeClr>
                </a:solidFill>
                <a:latin typeface="Myriad Pro" panose="020B0503030403020204" pitchFamily="34" charset="0"/>
              </a:endParaRPr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59A4E9A1-A8EB-394A-F6C5-5299D3D4653D}"/>
              </a:ext>
            </a:extLst>
          </p:cNvPr>
          <p:cNvGrpSpPr/>
          <p:nvPr/>
        </p:nvGrpSpPr>
        <p:grpSpPr>
          <a:xfrm>
            <a:off x="9329521" y="1579121"/>
            <a:ext cx="442674" cy="397405"/>
            <a:chOff x="8097636" y="5791327"/>
            <a:chExt cx="442674" cy="397405"/>
          </a:xfrm>
        </p:grpSpPr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AAAB3362-5EF7-0718-AA08-2EE06518EE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98634" y="5791327"/>
              <a:ext cx="441676" cy="397405"/>
              <a:chOff x="10250852" y="2187070"/>
              <a:chExt cx="1159429" cy="1043216"/>
            </a:xfrm>
          </p:grpSpPr>
          <p:sp>
            <p:nvSpPr>
              <p:cNvPr id="48" name="橢圓 47">
                <a:extLst>
                  <a:ext uri="{FF2B5EF4-FFF2-40B4-BE49-F238E27FC236}">
                    <a16:creationId xmlns:a16="http://schemas.microsoft.com/office/drawing/2014/main" id="{BB286B50-E326-0C64-6EA0-30DCBC6D6E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7B1B998E-D2AD-3998-2FF7-69BE3A03BD08}"/>
                  </a:ext>
                </a:extLst>
              </p:cNvPr>
              <p:cNvSpPr/>
              <p:nvPr/>
            </p:nvSpPr>
            <p:spPr>
              <a:xfrm rot="19644702">
                <a:off x="10410781" y="2349040"/>
                <a:ext cx="349848" cy="2279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52" name="月亮 51">
                <a:extLst>
                  <a:ext uri="{FF2B5EF4-FFF2-40B4-BE49-F238E27FC236}">
                    <a16:creationId xmlns:a16="http://schemas.microsoft.com/office/drawing/2014/main" id="{2921BF80-360F-214F-0443-76751DA7256F}"/>
                  </a:ext>
                </a:extLst>
              </p:cNvPr>
              <p:cNvSpPr/>
              <p:nvPr/>
            </p:nvSpPr>
            <p:spPr>
              <a:xfrm rot="14518812">
                <a:off x="10810142" y="2581141"/>
                <a:ext cx="295544" cy="904735"/>
              </a:xfrm>
              <a:prstGeom prst="moon">
                <a:avLst>
                  <a:gd name="adj" fmla="val 48494"/>
                </a:avLst>
              </a:prstGeom>
              <a:solidFill>
                <a:srgbClr val="D25B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355EF3B5-97DA-AB99-674B-3BB75AC642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noFill/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9684575C-46CE-364B-AD2F-9229F9701B81}"/>
                </a:ext>
              </a:extLst>
            </p:cNvPr>
            <p:cNvSpPr txBox="1"/>
            <p:nvPr/>
          </p:nvSpPr>
          <p:spPr>
            <a:xfrm>
              <a:off x="8097636" y="5822941"/>
              <a:ext cx="401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chemeClr val="accent2">
                      <a:lumMod val="50000"/>
                    </a:schemeClr>
                  </a:solidFill>
                  <a:latin typeface="Myriad Pro" panose="020B0503030403020204" pitchFamily="34" charset="0"/>
                </a:rPr>
                <a:t>H</a:t>
              </a:r>
              <a:endParaRPr kumimoji="1" lang="zh-TW" altLang="en-US" sz="1600" dirty="0">
                <a:solidFill>
                  <a:schemeClr val="accent2">
                    <a:lumMod val="50000"/>
                  </a:schemeClr>
                </a:solidFill>
                <a:latin typeface="Myriad Pro" panose="020B0503030403020204" pitchFamily="34" charset="0"/>
              </a:endParaRPr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BA11FD4A-4204-32B5-D59D-49515FE693B3}"/>
              </a:ext>
            </a:extLst>
          </p:cNvPr>
          <p:cNvGrpSpPr/>
          <p:nvPr/>
        </p:nvGrpSpPr>
        <p:grpSpPr>
          <a:xfrm>
            <a:off x="10859663" y="2099231"/>
            <a:ext cx="442674" cy="397405"/>
            <a:chOff x="8097636" y="5791327"/>
            <a:chExt cx="442674" cy="397405"/>
          </a:xfrm>
        </p:grpSpPr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6D62BABF-6C15-B2AB-1400-BDBB7447C4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98634" y="5791327"/>
              <a:ext cx="441676" cy="397405"/>
              <a:chOff x="10250852" y="2187070"/>
              <a:chExt cx="1159429" cy="1043216"/>
            </a:xfrm>
          </p:grpSpPr>
          <p:sp>
            <p:nvSpPr>
              <p:cNvPr id="58" name="橢圓 57">
                <a:extLst>
                  <a:ext uri="{FF2B5EF4-FFF2-40B4-BE49-F238E27FC236}">
                    <a16:creationId xmlns:a16="http://schemas.microsoft.com/office/drawing/2014/main" id="{1D1FB0C7-95B7-25F5-986A-4955EDE1CD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sp>
            <p:nvSpPr>
              <p:cNvPr id="1024" name="橢圓 1023">
                <a:extLst>
                  <a:ext uri="{FF2B5EF4-FFF2-40B4-BE49-F238E27FC236}">
                    <a16:creationId xmlns:a16="http://schemas.microsoft.com/office/drawing/2014/main" id="{59907829-D39E-98F1-4949-F6C8C33A8424}"/>
                  </a:ext>
                </a:extLst>
              </p:cNvPr>
              <p:cNvSpPr/>
              <p:nvPr/>
            </p:nvSpPr>
            <p:spPr>
              <a:xfrm rot="19644702">
                <a:off x="10410781" y="2349040"/>
                <a:ext cx="349848" cy="2279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025" name="月亮 1024">
                <a:extLst>
                  <a:ext uri="{FF2B5EF4-FFF2-40B4-BE49-F238E27FC236}">
                    <a16:creationId xmlns:a16="http://schemas.microsoft.com/office/drawing/2014/main" id="{CEC52370-22C9-1777-F85E-637F128B78BE}"/>
                  </a:ext>
                </a:extLst>
              </p:cNvPr>
              <p:cNvSpPr/>
              <p:nvPr/>
            </p:nvSpPr>
            <p:spPr>
              <a:xfrm rot="14518812">
                <a:off x="10810142" y="2581141"/>
                <a:ext cx="295544" cy="904735"/>
              </a:xfrm>
              <a:prstGeom prst="moon">
                <a:avLst>
                  <a:gd name="adj" fmla="val 48494"/>
                </a:avLst>
              </a:prstGeom>
              <a:solidFill>
                <a:srgbClr val="D25B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027" name="橢圓 1026">
                <a:extLst>
                  <a:ext uri="{FF2B5EF4-FFF2-40B4-BE49-F238E27FC236}">
                    <a16:creationId xmlns:a16="http://schemas.microsoft.com/office/drawing/2014/main" id="{3CBC6EAF-5F43-63A6-E550-D6B9F7483F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50852" y="2187070"/>
                <a:ext cx="1049900" cy="1043216"/>
              </a:xfrm>
              <a:prstGeom prst="ellipse">
                <a:avLst/>
              </a:prstGeom>
              <a:noFill/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49A66959-444E-35F1-2AB6-3E7B249ED492}"/>
                </a:ext>
              </a:extLst>
            </p:cNvPr>
            <p:cNvSpPr txBox="1"/>
            <p:nvPr/>
          </p:nvSpPr>
          <p:spPr>
            <a:xfrm>
              <a:off x="8097636" y="5822941"/>
              <a:ext cx="401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chemeClr val="accent2">
                      <a:lumMod val="50000"/>
                    </a:schemeClr>
                  </a:solidFill>
                  <a:latin typeface="Myriad Pro" panose="020B0503030403020204" pitchFamily="34" charset="0"/>
                </a:rPr>
                <a:t>H</a:t>
              </a:r>
              <a:endParaRPr kumimoji="1" lang="zh-TW" altLang="en-US" sz="1600" dirty="0">
                <a:solidFill>
                  <a:schemeClr val="accent2">
                    <a:lumMod val="50000"/>
                  </a:schemeClr>
                </a:solidFill>
                <a:latin typeface="Myriad Pro" panose="020B0503030403020204" pitchFamily="34" charset="0"/>
              </a:endParaRP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AD350D5D-71A1-3AD9-EF84-67292D472A63}"/>
              </a:ext>
            </a:extLst>
          </p:cNvPr>
          <p:cNvGrpSpPr>
            <a:grpSpLocks noChangeAspect="1"/>
          </p:cNvGrpSpPr>
          <p:nvPr/>
        </p:nvGrpSpPr>
        <p:grpSpPr>
          <a:xfrm>
            <a:off x="10190196" y="3795261"/>
            <a:ext cx="567551" cy="510666"/>
            <a:chOff x="8622108" y="2820038"/>
            <a:chExt cx="401947" cy="361660"/>
          </a:xfrm>
        </p:grpSpPr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4493BE4D-DC34-850A-D469-C21331F210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2108" y="2820038"/>
              <a:ext cx="363977" cy="36166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5F52E2F2-5F31-3D6B-7E5C-3D391F278417}"/>
                </a:ext>
              </a:extLst>
            </p:cNvPr>
            <p:cNvSpPr/>
            <p:nvPr/>
          </p:nvSpPr>
          <p:spPr>
            <a:xfrm rot="19644702">
              <a:off x="8686883" y="2885521"/>
              <a:ext cx="121285" cy="79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1" name="月亮 60">
              <a:extLst>
                <a:ext uri="{FF2B5EF4-FFF2-40B4-BE49-F238E27FC236}">
                  <a16:creationId xmlns:a16="http://schemas.microsoft.com/office/drawing/2014/main" id="{A29153BF-308C-0FF4-9A72-E4A484374AC6}"/>
                </a:ext>
              </a:extLst>
            </p:cNvPr>
            <p:cNvSpPr/>
            <p:nvPr/>
          </p:nvSpPr>
          <p:spPr>
            <a:xfrm rot="14518812">
              <a:off x="8816001" y="2956654"/>
              <a:ext cx="102458" cy="313651"/>
            </a:xfrm>
            <a:prstGeom prst="moon">
              <a:avLst>
                <a:gd name="adj" fmla="val 48494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EF188664-CEDD-FB6C-33D8-5D183B564B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2108" y="2820038"/>
              <a:ext cx="363977" cy="361660"/>
            </a:xfrm>
            <a:prstGeom prst="ellipse">
              <a:avLst/>
            </a:prstGeom>
            <a:noFill/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</p:grpSp>
      <p:grpSp>
        <p:nvGrpSpPr>
          <p:cNvPr id="1046" name="群組 1045">
            <a:extLst>
              <a:ext uri="{FF2B5EF4-FFF2-40B4-BE49-F238E27FC236}">
                <a16:creationId xmlns:a16="http://schemas.microsoft.com/office/drawing/2014/main" id="{9E23B962-C84F-64B0-E99B-3A9E7AB504CC}"/>
              </a:ext>
            </a:extLst>
          </p:cNvPr>
          <p:cNvGrpSpPr/>
          <p:nvPr/>
        </p:nvGrpSpPr>
        <p:grpSpPr>
          <a:xfrm>
            <a:off x="10355073" y="859449"/>
            <a:ext cx="403037" cy="400110"/>
            <a:chOff x="8975516" y="662382"/>
            <a:chExt cx="403037" cy="400110"/>
          </a:xfrm>
        </p:grpSpPr>
        <p:grpSp>
          <p:nvGrpSpPr>
            <p:cNvPr id="1040" name="群組 1039">
              <a:extLst>
                <a:ext uri="{FF2B5EF4-FFF2-40B4-BE49-F238E27FC236}">
                  <a16:creationId xmlns:a16="http://schemas.microsoft.com/office/drawing/2014/main" id="{E721198C-F44A-51A4-F8F5-3E75C73037AB}"/>
                </a:ext>
              </a:extLst>
            </p:cNvPr>
            <p:cNvGrpSpPr/>
            <p:nvPr/>
          </p:nvGrpSpPr>
          <p:grpSpPr>
            <a:xfrm>
              <a:off x="8976606" y="700832"/>
              <a:ext cx="401947" cy="361660"/>
              <a:chOff x="8622108" y="2820038"/>
              <a:chExt cx="401947" cy="361660"/>
            </a:xfrm>
          </p:grpSpPr>
          <p:sp>
            <p:nvSpPr>
              <p:cNvPr id="1041" name="橢圓 1040">
                <a:extLst>
                  <a:ext uri="{FF2B5EF4-FFF2-40B4-BE49-F238E27FC236}">
                    <a16:creationId xmlns:a16="http://schemas.microsoft.com/office/drawing/2014/main" id="{16BC59D1-77B8-EFD6-1B04-6BD5C9716C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22108" y="2820038"/>
                <a:ext cx="363977" cy="36166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sp>
            <p:nvSpPr>
              <p:cNvPr id="1042" name="橢圓 1041">
                <a:extLst>
                  <a:ext uri="{FF2B5EF4-FFF2-40B4-BE49-F238E27FC236}">
                    <a16:creationId xmlns:a16="http://schemas.microsoft.com/office/drawing/2014/main" id="{8968F91E-E126-2041-9315-57FAA53CB1EE}"/>
                  </a:ext>
                </a:extLst>
              </p:cNvPr>
              <p:cNvSpPr/>
              <p:nvPr/>
            </p:nvSpPr>
            <p:spPr>
              <a:xfrm rot="19644702">
                <a:off x="8686883" y="2885521"/>
                <a:ext cx="121285" cy="790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043" name="月亮 1042">
                <a:extLst>
                  <a:ext uri="{FF2B5EF4-FFF2-40B4-BE49-F238E27FC236}">
                    <a16:creationId xmlns:a16="http://schemas.microsoft.com/office/drawing/2014/main" id="{CCECBE77-657D-1361-9E00-31EB51F9790C}"/>
                  </a:ext>
                </a:extLst>
              </p:cNvPr>
              <p:cNvSpPr/>
              <p:nvPr/>
            </p:nvSpPr>
            <p:spPr>
              <a:xfrm rot="14518812">
                <a:off x="8816001" y="2956654"/>
                <a:ext cx="102458" cy="313651"/>
              </a:xfrm>
              <a:prstGeom prst="moon">
                <a:avLst>
                  <a:gd name="adj" fmla="val 48494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044" name="橢圓 1043">
                <a:extLst>
                  <a:ext uri="{FF2B5EF4-FFF2-40B4-BE49-F238E27FC236}">
                    <a16:creationId xmlns:a16="http://schemas.microsoft.com/office/drawing/2014/main" id="{7362A5D8-ACA0-4378-2234-FC2651DB10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22108" y="2820038"/>
                <a:ext cx="363977" cy="361660"/>
              </a:xfrm>
              <a:prstGeom prst="ellipse">
                <a:avLst/>
              </a:prstGeom>
              <a:noFill/>
              <a:ln w="254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</p:grpSp>
        <p:sp>
          <p:nvSpPr>
            <p:cNvPr id="1045" name="文字方塊 1044">
              <a:extLst>
                <a:ext uri="{FF2B5EF4-FFF2-40B4-BE49-F238E27FC236}">
                  <a16:creationId xmlns:a16="http://schemas.microsoft.com/office/drawing/2014/main" id="{EE7415E8-0B59-CB6E-F6A8-CF0216D1635F}"/>
                </a:ext>
              </a:extLst>
            </p:cNvPr>
            <p:cNvSpPr txBox="1"/>
            <p:nvPr/>
          </p:nvSpPr>
          <p:spPr>
            <a:xfrm>
              <a:off x="8975516" y="662382"/>
              <a:ext cx="4026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2000" i="1" dirty="0">
                  <a:solidFill>
                    <a:schemeClr val="accent6">
                      <a:lumMod val="50000"/>
                    </a:schemeClr>
                  </a:solidFill>
                  <a:latin typeface="Myriad Pro" panose="020B0503030403020204" pitchFamily="34" charset="0"/>
                </a:rPr>
                <a:t>e</a:t>
              </a:r>
              <a:r>
                <a:rPr lang="en-US" altLang="zh-TW" sz="2000" baseline="30000" dirty="0">
                  <a:solidFill>
                    <a:schemeClr val="accent6">
                      <a:lumMod val="50000"/>
                    </a:schemeClr>
                  </a:solidFill>
                  <a:latin typeface="Myriad Pro" panose="020B0503030403020204" pitchFamily="34" charset="0"/>
                </a:rPr>
                <a:t>+</a:t>
              </a:r>
              <a:endParaRPr kumimoji="1" lang="zh-TW" altLang="en-US" sz="2000" baseline="30000" dirty="0">
                <a:solidFill>
                  <a:schemeClr val="accent6">
                    <a:lumMod val="50000"/>
                  </a:schemeClr>
                </a:solidFill>
                <a:latin typeface="Myriad Pro" panose="020B0503030403020204" pitchFamily="34" charset="0"/>
              </a:endParaRP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7D34D267-EBE3-71DE-E14F-0B5C642FD4CD}"/>
              </a:ext>
            </a:extLst>
          </p:cNvPr>
          <p:cNvGrpSpPr>
            <a:grpSpLocks noChangeAspect="1"/>
          </p:cNvGrpSpPr>
          <p:nvPr/>
        </p:nvGrpSpPr>
        <p:grpSpPr>
          <a:xfrm>
            <a:off x="9571520" y="4463880"/>
            <a:ext cx="401948" cy="361660"/>
            <a:chOff x="8105511" y="4665305"/>
            <a:chExt cx="538861" cy="484849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8AF7DDCA-C3B6-BEF8-E04A-492CAB007D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05511" y="4665305"/>
              <a:ext cx="487956" cy="48484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276045AB-EFEE-ED17-DCEA-38C3548FDE74}"/>
                </a:ext>
              </a:extLst>
            </p:cNvPr>
            <p:cNvSpPr/>
            <p:nvPr/>
          </p:nvSpPr>
          <p:spPr>
            <a:xfrm rot="19644702">
              <a:off x="8192350" y="4753093"/>
              <a:ext cx="162598" cy="105922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9" name="月亮 48">
              <a:extLst>
                <a:ext uri="{FF2B5EF4-FFF2-40B4-BE49-F238E27FC236}">
                  <a16:creationId xmlns:a16="http://schemas.microsoft.com/office/drawing/2014/main" id="{931EF048-CE1D-2C4D-6E56-767B33A2C9BB}"/>
                </a:ext>
              </a:extLst>
            </p:cNvPr>
            <p:cNvSpPr/>
            <p:nvPr/>
          </p:nvSpPr>
          <p:spPr>
            <a:xfrm rot="14518812">
              <a:off x="8365449" y="4848455"/>
              <a:ext cx="137358" cy="420488"/>
            </a:xfrm>
            <a:prstGeom prst="moon">
              <a:avLst>
                <a:gd name="adj" fmla="val 48494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81D27965-C5AB-532F-0AC8-1C47F6FD20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05511" y="4665305"/>
              <a:ext cx="487956" cy="484849"/>
            </a:xfrm>
            <a:prstGeom prst="ellipse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</p:grp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4EFEC9B6-0847-D237-851B-22C0D030012A}"/>
              </a:ext>
            </a:extLst>
          </p:cNvPr>
          <p:cNvCxnSpPr>
            <a:cxnSpLocks/>
          </p:cNvCxnSpPr>
          <p:nvPr/>
        </p:nvCxnSpPr>
        <p:spPr>
          <a:xfrm flipH="1">
            <a:off x="8835644" y="5029250"/>
            <a:ext cx="2023721" cy="1345450"/>
          </a:xfrm>
          <a:prstGeom prst="line">
            <a:avLst/>
          </a:prstGeom>
          <a:ln w="2222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1E9190ED-B82C-F3A0-C819-09A7CC1C4A39}"/>
              </a:ext>
            </a:extLst>
          </p:cNvPr>
          <p:cNvCxnSpPr>
            <a:cxnSpLocks/>
          </p:cNvCxnSpPr>
          <p:nvPr/>
        </p:nvCxnSpPr>
        <p:spPr>
          <a:xfrm flipH="1" flipV="1">
            <a:off x="8786452" y="1067045"/>
            <a:ext cx="3161668" cy="705931"/>
          </a:xfrm>
          <a:prstGeom prst="line">
            <a:avLst/>
          </a:prstGeom>
          <a:ln w="22225">
            <a:solidFill>
              <a:srgbClr val="002060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文字方塊 1066">
            <a:extLst>
              <a:ext uri="{FF2B5EF4-FFF2-40B4-BE49-F238E27FC236}">
                <a16:creationId xmlns:a16="http://schemas.microsoft.com/office/drawing/2014/main" id="{F529EA05-1802-A840-06D5-6D1E11C6F997}"/>
              </a:ext>
            </a:extLst>
          </p:cNvPr>
          <p:cNvSpPr txBox="1"/>
          <p:nvPr/>
        </p:nvSpPr>
        <p:spPr>
          <a:xfrm>
            <a:off x="9609207" y="3264473"/>
            <a:ext cx="170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dirty="0">
                <a:solidFill>
                  <a:srgbClr val="002060"/>
                </a:solidFill>
                <a:latin typeface="Myriad Pro" panose="020B0503030403020204" pitchFamily="34" charset="0"/>
              </a:rPr>
              <a:t>a few 10</a:t>
            </a:r>
            <a:r>
              <a:rPr kumimoji="1" lang="en-US" altLang="zh-TW" sz="2000" b="1" baseline="30000" dirty="0">
                <a:solidFill>
                  <a:srgbClr val="002060"/>
                </a:solidFill>
                <a:latin typeface="Myriad Pro" panose="020B0503030403020204" pitchFamily="34" charset="0"/>
              </a:rPr>
              <a:t>14</a:t>
            </a:r>
            <a:r>
              <a:rPr kumimoji="1" lang="en-US" altLang="zh-TW" sz="2000" b="1" dirty="0">
                <a:solidFill>
                  <a:srgbClr val="002060"/>
                </a:solidFill>
                <a:latin typeface="Myriad Pro" panose="020B0503030403020204" pitchFamily="34" charset="0"/>
              </a:rPr>
              <a:t> cm</a:t>
            </a:r>
            <a:endParaRPr kumimoji="1" lang="zh-TW" altLang="en-US" sz="2000" b="1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sp>
        <p:nvSpPr>
          <p:cNvPr id="1068" name="文字方塊 1067">
            <a:extLst>
              <a:ext uri="{FF2B5EF4-FFF2-40B4-BE49-F238E27FC236}">
                <a16:creationId xmlns:a16="http://schemas.microsoft.com/office/drawing/2014/main" id="{6BECF07C-64B5-5493-EC4F-22FC23F43C95}"/>
              </a:ext>
            </a:extLst>
          </p:cNvPr>
          <p:cNvSpPr txBox="1"/>
          <p:nvPr/>
        </p:nvSpPr>
        <p:spPr>
          <a:xfrm>
            <a:off x="8806388" y="549174"/>
            <a:ext cx="1694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dirty="0">
                <a:solidFill>
                  <a:srgbClr val="002060"/>
                </a:solidFill>
                <a:latin typeface="Myriad Pro" panose="020B0503030403020204" pitchFamily="34" charset="0"/>
              </a:rPr>
              <a:t>up to 10</a:t>
            </a:r>
            <a:r>
              <a:rPr kumimoji="1" lang="en-US" altLang="zh-TW" sz="2000" b="1" baseline="30000" dirty="0">
                <a:solidFill>
                  <a:srgbClr val="002060"/>
                </a:solidFill>
                <a:latin typeface="Myriad Pro" panose="020B0503030403020204" pitchFamily="34" charset="0"/>
              </a:rPr>
              <a:t>16</a:t>
            </a:r>
            <a:r>
              <a:rPr kumimoji="1" lang="en-US" altLang="zh-TW" sz="2000" b="1" dirty="0">
                <a:solidFill>
                  <a:srgbClr val="002060"/>
                </a:solidFill>
                <a:latin typeface="Myriad Pro" panose="020B0503030403020204" pitchFamily="34" charset="0"/>
              </a:rPr>
              <a:t> cm</a:t>
            </a:r>
            <a:endParaRPr kumimoji="1" lang="zh-TW" altLang="en-US" sz="2000" b="1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D10CE11B-9D2E-3DE1-F85A-170A8CD96B31}"/>
              </a:ext>
            </a:extLst>
          </p:cNvPr>
          <p:cNvGrpSpPr/>
          <p:nvPr/>
        </p:nvGrpSpPr>
        <p:grpSpPr>
          <a:xfrm>
            <a:off x="1111000" y="-65979"/>
            <a:ext cx="6991027" cy="6989958"/>
            <a:chOff x="1111000" y="-65979"/>
            <a:chExt cx="6991027" cy="6989958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7558E17A-85D9-72A0-8906-67035B6F68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000" y="-65979"/>
              <a:ext cx="6991027" cy="6989958"/>
            </a:xfrm>
            <a:prstGeom prst="ellipse">
              <a:avLst/>
            </a:prstGeom>
            <a:gradFill flip="none" rotWithShape="1">
              <a:gsLst>
                <a:gs pos="68000">
                  <a:schemeClr val="bg1">
                    <a:alpha val="13000"/>
                  </a:schemeClr>
                </a:gs>
                <a:gs pos="61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65549E69-870C-E6B8-979D-FBF325848C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68498" y="822975"/>
              <a:ext cx="5212050" cy="5212050"/>
            </a:xfrm>
            <a:prstGeom prst="ellipse">
              <a:avLst/>
            </a:prstGeom>
            <a:gradFill flip="none" rotWithShape="1">
              <a:gsLst>
                <a:gs pos="66000">
                  <a:schemeClr val="accent1">
                    <a:lumMod val="40000"/>
                    <a:lumOff val="60000"/>
                  </a:schemeClr>
                </a:gs>
                <a:gs pos="60000">
                  <a:schemeClr val="accent5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914B2C77-6869-1629-3D49-5CE09509B5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6752" y="2419135"/>
              <a:ext cx="1968421" cy="1968421"/>
            </a:xfrm>
            <a:prstGeom prst="ellipse">
              <a:avLst/>
            </a:prstGeom>
            <a:gradFill flip="none" rotWithShape="1">
              <a:gsLst>
                <a:gs pos="16000">
                  <a:schemeClr val="accent1">
                    <a:lumMod val="5000"/>
                    <a:lumOff val="95000"/>
                  </a:schemeClr>
                </a:gs>
                <a:gs pos="45000">
                  <a:schemeClr val="accent4">
                    <a:lumMod val="60000"/>
                    <a:lumOff val="40000"/>
                  </a:schemeClr>
                </a:gs>
                <a:gs pos="84000">
                  <a:schemeClr val="accent4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8887BB66-12F7-389E-2DA8-EB00ABEEC0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73682" y="2807294"/>
              <a:ext cx="1192101" cy="1192101"/>
            </a:xfrm>
            <a:prstGeom prst="ellipse">
              <a:avLst/>
            </a:prstGeom>
            <a:gradFill>
              <a:gsLst>
                <a:gs pos="30000">
                  <a:schemeClr val="accent1">
                    <a:lumMod val="5000"/>
                    <a:lumOff val="95000"/>
                    <a:alpha val="0"/>
                  </a:schemeClr>
                </a:gs>
                <a:gs pos="84000">
                  <a:srgbClr val="FF0000">
                    <a:alpha val="43380"/>
                  </a:srgbClr>
                </a:gs>
              </a:gsLst>
              <a:path path="circle">
                <a:fillToRect l="50000" t="50000" r="50000" b="50000"/>
              </a:path>
            </a:gra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31D9E056-F4A6-28ED-0CD3-3E3123C72AFD}"/>
                </a:ext>
              </a:extLst>
            </p:cNvPr>
            <p:cNvSpPr txBox="1"/>
            <p:nvPr/>
          </p:nvSpPr>
          <p:spPr>
            <a:xfrm>
              <a:off x="4202556" y="3596636"/>
              <a:ext cx="7377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b="1" dirty="0">
                  <a:solidFill>
                    <a:srgbClr val="C00000"/>
                  </a:solidFill>
                  <a:latin typeface="Myriad Pro" panose="020B0503030403020204" pitchFamily="34" charset="0"/>
                </a:rPr>
                <a:t>Shock</a:t>
              </a:r>
              <a:endParaRPr kumimoji="1" lang="zh-TW" altLang="en-US" sz="1600" b="1" dirty="0">
                <a:solidFill>
                  <a:srgbClr val="C00000"/>
                </a:solidFill>
                <a:latin typeface="Myriad Pro" panose="020B0503030403020204" pitchFamily="34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024AC567-95EC-068C-6AA5-12D92E26E3AB}"/>
                </a:ext>
              </a:extLst>
            </p:cNvPr>
            <p:cNvSpPr txBox="1"/>
            <p:nvPr/>
          </p:nvSpPr>
          <p:spPr>
            <a:xfrm>
              <a:off x="3996909" y="2512039"/>
              <a:ext cx="11785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b="1" dirty="0">
                  <a:solidFill>
                    <a:schemeClr val="accent4">
                      <a:lumMod val="50000"/>
                    </a:schemeClr>
                  </a:solidFill>
                  <a:latin typeface="Myriad Pro" panose="020B0503030403020204" pitchFamily="34" charset="0"/>
                </a:rPr>
                <a:t>Progenitor</a:t>
              </a:r>
              <a:endParaRPr kumimoji="1" lang="zh-TW" altLang="en-US" sz="1600" b="1" dirty="0">
                <a:solidFill>
                  <a:schemeClr val="accent4">
                    <a:lumMod val="50000"/>
                  </a:schemeClr>
                </a:solidFill>
                <a:latin typeface="Myriad Pro" panose="020B0503030403020204" pitchFamily="34" charset="0"/>
              </a:endParaRPr>
            </a:p>
          </p:txBody>
        </p:sp>
        <p:pic>
          <p:nvPicPr>
            <p:cNvPr id="1026" name="Picture 2" descr="Wiggle Arrow Icons - Free SVG &amp; PNG Wiggle Arrow Images - Noun Project">
              <a:extLst>
                <a:ext uri="{FF2B5EF4-FFF2-40B4-BE49-F238E27FC236}">
                  <a16:creationId xmlns:a16="http://schemas.microsoft.com/office/drawing/2014/main" id="{1FF2EC1A-F75B-8515-07DA-F03A66E96A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075004">
              <a:off x="4815386" y="2700717"/>
              <a:ext cx="898035" cy="887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5" name="直線箭頭接點 24">
              <a:extLst>
                <a:ext uri="{FF2B5EF4-FFF2-40B4-BE49-F238E27FC236}">
                  <a16:creationId xmlns:a16="http://schemas.microsoft.com/office/drawing/2014/main" id="{FA56E8B3-1BB9-3A1F-577D-445ED57BB8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4027" y="2054344"/>
              <a:ext cx="36345" cy="456605"/>
            </a:xfrm>
            <a:prstGeom prst="straightConnector1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2" descr="Wiggle Arrow Icons - Free SVG &amp; PNG Wiggle Arrow Images - Noun Project">
              <a:extLst>
                <a:ext uri="{FF2B5EF4-FFF2-40B4-BE49-F238E27FC236}">
                  <a16:creationId xmlns:a16="http://schemas.microsoft.com/office/drawing/2014/main" id="{C8C08F99-6D80-18EF-6196-171518C367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634356">
              <a:off x="4795641" y="3506141"/>
              <a:ext cx="820059" cy="981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 descr="Wiggle Arrow Icons - Free SVG &amp; PNG Wiggle Arrow Images - Noun Project">
              <a:extLst>
                <a:ext uri="{FF2B5EF4-FFF2-40B4-BE49-F238E27FC236}">
                  <a16:creationId xmlns:a16="http://schemas.microsoft.com/office/drawing/2014/main" id="{5E37BB90-2BEB-9294-039A-C10BC7199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536113">
              <a:off x="3464133" y="2340147"/>
              <a:ext cx="1134707" cy="1134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Wiggle Arrow Icons - Free SVG &amp; PNG Wiggle Arrow Images - Noun Project">
              <a:extLst>
                <a:ext uri="{FF2B5EF4-FFF2-40B4-BE49-F238E27FC236}">
                  <a16:creationId xmlns:a16="http://schemas.microsoft.com/office/drawing/2014/main" id="{F57DC118-64A9-10D2-E31B-2BCA8D2243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319874">
              <a:off x="3291852" y="3436588"/>
              <a:ext cx="1134707" cy="1134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EF0D92C7-F0E8-529D-3A97-59CD8449D24D}"/>
                </a:ext>
              </a:extLst>
            </p:cNvPr>
            <p:cNvSpPr txBox="1"/>
            <p:nvPr/>
          </p:nvSpPr>
          <p:spPr>
            <a:xfrm>
              <a:off x="3478366" y="1639584"/>
              <a:ext cx="19623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2800" b="1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Myriad Pro" panose="020B0503030403020204" pitchFamily="34" charset="0"/>
                </a:rPr>
                <a:t>Dense CSM</a:t>
              </a:r>
              <a:endParaRPr kumimoji="1" lang="zh-TW" alt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Myriad Pro" panose="020B0503030403020204" pitchFamily="34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FE9FE85A-F7EA-EDE9-5B43-E96343B82007}"/>
                </a:ext>
              </a:extLst>
            </p:cNvPr>
            <p:cNvSpPr txBox="1"/>
            <p:nvPr/>
          </p:nvSpPr>
          <p:spPr>
            <a:xfrm>
              <a:off x="1258080" y="681101"/>
              <a:ext cx="25795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2800" b="1" dirty="0">
                  <a:solidFill>
                    <a:schemeClr val="accent1">
                      <a:lumMod val="75000"/>
                    </a:schemeClr>
                  </a:solidFill>
                  <a:latin typeface="Myriad Pro" panose="020B0503030403020204" pitchFamily="34" charset="0"/>
                </a:rPr>
                <a:t>Extended wind</a:t>
              </a:r>
              <a:endParaRPr kumimoji="1" lang="zh-TW" altLang="en-US" sz="2800" b="1" dirty="0">
                <a:solidFill>
                  <a:schemeClr val="accent1">
                    <a:lumMod val="75000"/>
                  </a:schemeClr>
                </a:solidFill>
                <a:latin typeface="Myriad Pro" panose="020B0503030403020204" pitchFamily="34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36A74A47-EF17-C9D0-B8C1-D90AB271EAC4}"/>
                </a:ext>
              </a:extLst>
            </p:cNvPr>
            <p:cNvSpPr txBox="1"/>
            <p:nvPr/>
          </p:nvSpPr>
          <p:spPr>
            <a:xfrm>
              <a:off x="5473242" y="2497507"/>
              <a:ext cx="4019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24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yriad Pro" panose="020B0503030403020204" pitchFamily="34" charset="0"/>
                </a:rPr>
                <a:t>A</a:t>
              </a:r>
              <a:r>
                <a:rPr kumimoji="1" lang="en-US" altLang="zh-TW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yriad Pro" panose="020B0503030403020204" pitchFamily="34" charset="0"/>
                </a:rPr>
                <a:t>’</a:t>
              </a:r>
              <a:endParaRPr kumimoji="1"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yriad Pro" panose="020B0503030403020204" pitchFamily="34" charset="0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AF202ADE-80B8-C855-72F2-B738AF97D587}"/>
                </a:ext>
              </a:extLst>
            </p:cNvPr>
            <p:cNvSpPr txBox="1"/>
            <p:nvPr/>
          </p:nvSpPr>
          <p:spPr>
            <a:xfrm>
              <a:off x="5516318" y="1557549"/>
              <a:ext cx="6273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2800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Myriad Pro" panose="020B0503030403020204" pitchFamily="34" charset="0"/>
                </a:rPr>
                <a:t>e</a:t>
              </a:r>
              <a:r>
                <a:rPr lang="zh-TW" altLang="en-US" sz="2800" baseline="30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Myriad Pro" panose="020B0503030403020204" pitchFamily="34" charset="0"/>
                </a:rPr>
                <a:t>−</a:t>
              </a:r>
              <a:endParaRPr kumimoji="1" lang="zh-TW" altLang="en-US" sz="2800" baseline="30000" dirty="0">
                <a:solidFill>
                  <a:schemeClr val="accent6">
                    <a:lumMod val="60000"/>
                    <a:lumOff val="40000"/>
                  </a:schemeClr>
                </a:solidFill>
                <a:latin typeface="Myriad Pro" panose="020B0503030403020204" pitchFamily="34" charset="0"/>
              </a:endParaRPr>
            </a:p>
          </p:txBody>
        </p:sp>
        <p:cxnSp>
          <p:nvCxnSpPr>
            <p:cNvPr id="1036" name="直線箭頭接點 1035">
              <a:extLst>
                <a:ext uri="{FF2B5EF4-FFF2-40B4-BE49-F238E27FC236}">
                  <a16:creationId xmlns:a16="http://schemas.microsoft.com/office/drawing/2014/main" id="{0C93EC72-B49D-0195-2E6A-605822611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1472" y="2250651"/>
              <a:ext cx="268265" cy="306805"/>
            </a:xfrm>
            <a:prstGeom prst="straightConnector1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5" name="向下箭號 1054">
              <a:extLst>
                <a:ext uri="{FF2B5EF4-FFF2-40B4-BE49-F238E27FC236}">
                  <a16:creationId xmlns:a16="http://schemas.microsoft.com/office/drawing/2014/main" id="{AEE1FB4C-EE71-E415-F061-3492DB5934AB}"/>
                </a:ext>
              </a:extLst>
            </p:cNvPr>
            <p:cNvSpPr/>
            <p:nvPr/>
          </p:nvSpPr>
          <p:spPr>
            <a:xfrm rot="10800000">
              <a:off x="4352973" y="530009"/>
              <a:ext cx="424143" cy="64093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E79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grpSp>
          <p:nvGrpSpPr>
            <p:cNvPr id="1074" name="群組 1073">
              <a:extLst>
                <a:ext uri="{FF2B5EF4-FFF2-40B4-BE49-F238E27FC236}">
                  <a16:creationId xmlns:a16="http://schemas.microsoft.com/office/drawing/2014/main" id="{F8DE6BA0-85B7-7E0D-5A7C-96E4507D5D8E}"/>
                </a:ext>
              </a:extLst>
            </p:cNvPr>
            <p:cNvGrpSpPr/>
            <p:nvPr/>
          </p:nvGrpSpPr>
          <p:grpSpPr>
            <a:xfrm>
              <a:off x="6089864" y="731675"/>
              <a:ext cx="1948182" cy="750160"/>
              <a:chOff x="6915129" y="580066"/>
              <a:chExt cx="1948182" cy="750160"/>
            </a:xfrm>
          </p:grpSpPr>
          <p:sp>
            <p:nvSpPr>
              <p:cNvPr id="1069" name="文字方塊 1068">
                <a:extLst>
                  <a:ext uri="{FF2B5EF4-FFF2-40B4-BE49-F238E27FC236}">
                    <a16:creationId xmlns:a16="http://schemas.microsoft.com/office/drawing/2014/main" id="{FE76BD64-F18F-990F-5424-DFFF494FE41E}"/>
                  </a:ext>
                </a:extLst>
              </p:cNvPr>
              <p:cNvSpPr txBox="1"/>
              <p:nvPr/>
            </p:nvSpPr>
            <p:spPr>
              <a:xfrm>
                <a:off x="6915130" y="580066"/>
                <a:ext cx="19481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2400" b="1" dirty="0">
                    <a:solidFill>
                      <a:srgbClr val="C00000"/>
                    </a:solidFill>
                    <a:latin typeface="Myriad Pro" panose="020B0503030403020204" pitchFamily="34" charset="0"/>
                  </a:rPr>
                  <a:t>Accelerating</a:t>
                </a:r>
                <a:endParaRPr kumimoji="1" lang="zh-TW" altLang="en-US" sz="2400" b="1" baseline="-25000" dirty="0">
                  <a:solidFill>
                    <a:srgbClr val="C00000"/>
                  </a:solidFill>
                  <a:latin typeface="Myriad Pro" panose="020B0503030403020204" pitchFamily="34" charset="0"/>
                </a:endParaRPr>
              </a:p>
            </p:txBody>
          </p:sp>
          <p:sp>
            <p:nvSpPr>
              <p:cNvPr id="1073" name="文字方塊 1072">
                <a:extLst>
                  <a:ext uri="{FF2B5EF4-FFF2-40B4-BE49-F238E27FC236}">
                    <a16:creationId xmlns:a16="http://schemas.microsoft.com/office/drawing/2014/main" id="{DAE94BBD-B693-B92E-C21E-69F7ABED1097}"/>
                  </a:ext>
                </a:extLst>
              </p:cNvPr>
              <p:cNvSpPr txBox="1"/>
              <p:nvPr/>
            </p:nvSpPr>
            <p:spPr>
              <a:xfrm>
                <a:off x="6915129" y="868561"/>
                <a:ext cx="19481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2400" b="1" i="1" dirty="0" err="1">
                    <a:solidFill>
                      <a:srgbClr val="C00000"/>
                    </a:solidFill>
                    <a:latin typeface="Minion Pro" panose="02040503050201020203" pitchFamily="18" charset="0"/>
                  </a:rPr>
                  <a:t>v</a:t>
                </a:r>
                <a:r>
                  <a:rPr kumimoji="1" lang="en-US" altLang="zh-TW" sz="2400" b="1" baseline="-25000" dirty="0" err="1">
                    <a:solidFill>
                      <a:srgbClr val="C00000"/>
                    </a:solidFill>
                    <a:latin typeface="Myriad Pro" panose="020B0503030403020204" pitchFamily="34" charset="0"/>
                  </a:rPr>
                  <a:t>CSM</a:t>
                </a:r>
                <a:endParaRPr kumimoji="1" lang="zh-TW" altLang="en-US" sz="2400" b="1" baseline="-25000" dirty="0">
                  <a:solidFill>
                    <a:srgbClr val="C00000"/>
                  </a:solidFill>
                  <a:latin typeface="Myriad Pro" panose="020B0503030403020204" pitchFamily="34" charset="0"/>
                </a:endParaRPr>
              </a:p>
            </p:txBody>
          </p:sp>
        </p:grpSp>
        <p:sp>
          <p:nvSpPr>
            <p:cNvPr id="1081" name="文字方塊 1080">
              <a:extLst>
                <a:ext uri="{FF2B5EF4-FFF2-40B4-BE49-F238E27FC236}">
                  <a16:creationId xmlns:a16="http://schemas.microsoft.com/office/drawing/2014/main" id="{E5B062C0-BE27-01FD-4D9A-3CF42C0177A5}"/>
                </a:ext>
              </a:extLst>
            </p:cNvPr>
            <p:cNvSpPr txBox="1"/>
            <p:nvPr/>
          </p:nvSpPr>
          <p:spPr>
            <a:xfrm>
              <a:off x="6044008" y="1828274"/>
              <a:ext cx="6273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2800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Myriad Pro" panose="020B0503030403020204" pitchFamily="34" charset="0"/>
                </a:rPr>
                <a:t>e</a:t>
              </a:r>
              <a:r>
                <a:rPr lang="en-US" altLang="zh-TW" sz="2800" baseline="30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Myriad Pro" panose="020B0503030403020204" pitchFamily="34" charset="0"/>
                </a:rPr>
                <a:t>+</a:t>
              </a:r>
              <a:endParaRPr kumimoji="1" lang="zh-TW" altLang="en-US" sz="2800" baseline="30000" dirty="0">
                <a:solidFill>
                  <a:schemeClr val="accent6">
                    <a:lumMod val="60000"/>
                    <a:lumOff val="40000"/>
                  </a:schemeClr>
                </a:solidFill>
                <a:latin typeface="Myriad Pro" panose="020B0503030403020204" pitchFamily="34" charset="0"/>
              </a:endParaRPr>
            </a:p>
          </p:txBody>
        </p:sp>
        <p:sp>
          <p:nvSpPr>
            <p:cNvPr id="1085" name="向下箭號 1084">
              <a:extLst>
                <a:ext uri="{FF2B5EF4-FFF2-40B4-BE49-F238E27FC236}">
                  <a16:creationId xmlns:a16="http://schemas.microsoft.com/office/drawing/2014/main" id="{A53D7333-B98C-508D-17C3-1217723D2D0B}"/>
                </a:ext>
              </a:extLst>
            </p:cNvPr>
            <p:cNvSpPr/>
            <p:nvPr/>
          </p:nvSpPr>
          <p:spPr>
            <a:xfrm>
              <a:off x="4357660" y="5661805"/>
              <a:ext cx="424143" cy="64093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E79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86" name="向下箭號 1085">
              <a:extLst>
                <a:ext uri="{FF2B5EF4-FFF2-40B4-BE49-F238E27FC236}">
                  <a16:creationId xmlns:a16="http://schemas.microsoft.com/office/drawing/2014/main" id="{9513878F-2E8F-1819-DB5F-E53EDC1BC43B}"/>
                </a:ext>
              </a:extLst>
            </p:cNvPr>
            <p:cNvSpPr/>
            <p:nvPr/>
          </p:nvSpPr>
          <p:spPr>
            <a:xfrm rot="5400000">
              <a:off x="1743106" y="3133502"/>
              <a:ext cx="424143" cy="64093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E79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87" name="向下箭號 1086">
              <a:extLst>
                <a:ext uri="{FF2B5EF4-FFF2-40B4-BE49-F238E27FC236}">
                  <a16:creationId xmlns:a16="http://schemas.microsoft.com/office/drawing/2014/main" id="{69499A47-615B-7CD1-D327-3318753603D5}"/>
                </a:ext>
              </a:extLst>
            </p:cNvPr>
            <p:cNvSpPr/>
            <p:nvPr/>
          </p:nvSpPr>
          <p:spPr>
            <a:xfrm rot="16200000">
              <a:off x="6966431" y="3133502"/>
              <a:ext cx="424143" cy="64093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E79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88" name="向下箭號 1087">
              <a:extLst>
                <a:ext uri="{FF2B5EF4-FFF2-40B4-BE49-F238E27FC236}">
                  <a16:creationId xmlns:a16="http://schemas.microsoft.com/office/drawing/2014/main" id="{1E163689-2C51-91FE-1433-59F1030B5489}"/>
                </a:ext>
              </a:extLst>
            </p:cNvPr>
            <p:cNvSpPr/>
            <p:nvPr/>
          </p:nvSpPr>
          <p:spPr>
            <a:xfrm rot="2700000">
              <a:off x="2478287" y="4898968"/>
              <a:ext cx="424143" cy="64093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E79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89" name="向下箭號 1088">
              <a:extLst>
                <a:ext uri="{FF2B5EF4-FFF2-40B4-BE49-F238E27FC236}">
                  <a16:creationId xmlns:a16="http://schemas.microsoft.com/office/drawing/2014/main" id="{8C17300B-AD46-8655-57D4-6CC255F3D2CF}"/>
                </a:ext>
              </a:extLst>
            </p:cNvPr>
            <p:cNvSpPr/>
            <p:nvPr/>
          </p:nvSpPr>
          <p:spPr>
            <a:xfrm rot="8100000">
              <a:off x="2404907" y="1384272"/>
              <a:ext cx="424143" cy="64093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E79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90" name="向下箭號 1089">
              <a:extLst>
                <a:ext uri="{FF2B5EF4-FFF2-40B4-BE49-F238E27FC236}">
                  <a16:creationId xmlns:a16="http://schemas.microsoft.com/office/drawing/2014/main" id="{A3CB62B2-3621-F3FB-8C60-4CBEC9D1F805}"/>
                </a:ext>
              </a:extLst>
            </p:cNvPr>
            <p:cNvSpPr/>
            <p:nvPr/>
          </p:nvSpPr>
          <p:spPr>
            <a:xfrm rot="13500000">
              <a:off x="6145600" y="1194932"/>
              <a:ext cx="424143" cy="64093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E79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91" name="向下箭號 1090">
              <a:extLst>
                <a:ext uri="{FF2B5EF4-FFF2-40B4-BE49-F238E27FC236}">
                  <a16:creationId xmlns:a16="http://schemas.microsoft.com/office/drawing/2014/main" id="{EF34E58D-8EA7-2F67-CAB5-8BA2E0FC93EB}"/>
                </a:ext>
              </a:extLst>
            </p:cNvPr>
            <p:cNvSpPr/>
            <p:nvPr/>
          </p:nvSpPr>
          <p:spPr>
            <a:xfrm rot="18900000">
              <a:off x="6204037" y="4954414"/>
              <a:ext cx="424143" cy="64093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E79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069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32</Words>
  <Application>Microsoft Macintosh PowerPoint</Application>
  <PresentationFormat>寬螢幕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Minion Pro</vt:lpstr>
      <vt:lpstr>Myriad Pro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10</cp:revision>
  <dcterms:created xsi:type="dcterms:W3CDTF">2025-12-21T10:53:20Z</dcterms:created>
  <dcterms:modified xsi:type="dcterms:W3CDTF">2025-12-21T13:17:08Z</dcterms:modified>
</cp:coreProperties>
</file>