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25B19"/>
    <a:srgbClr val="C9A7F8"/>
    <a:srgbClr val="521B93"/>
    <a:srgbClr val="FFE9EC"/>
    <a:srgbClr val="FFD3EC"/>
    <a:srgbClr val="941651"/>
    <a:srgbClr val="AA99CD"/>
    <a:srgbClr val="FFBFFF"/>
    <a:srgbClr val="3F7F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3"/>
    <p:restoredTop sz="94680"/>
  </p:normalViewPr>
  <p:slideViewPr>
    <p:cSldViewPr snapToGrid="0">
      <p:cViewPr varScale="1">
        <p:scale>
          <a:sx n="137" d="100"/>
          <a:sy n="137" d="100"/>
        </p:scale>
        <p:origin x="2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7A8567-7B04-C20F-24FA-71809BC772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0F42DE3-7CC8-EE39-A366-83716019A6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027ABB-897F-DCC2-E266-669DC3B7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2E2AD-4DEB-F947-B1B4-6D0CBA2B297C}" type="datetimeFigureOut">
              <a:rPr kumimoji="1" lang="zh-TW" altLang="en-US" smtClean="0"/>
              <a:t>2025/12/21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2FCBB97-247E-6EA1-503C-A0E5D0524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28FE0BB-2C61-01DB-857C-A2C718EC1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E6943-21B5-D64D-A89E-A9D226837E8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167799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5CA368-41AF-5697-9FA2-74CE8F26B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C27B9D-E0E4-074F-6EBF-D13F05001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B2EC3A2-7006-B1F1-9A32-7E07BC3F4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2E2AD-4DEB-F947-B1B4-6D0CBA2B297C}" type="datetimeFigureOut">
              <a:rPr kumimoji="1" lang="zh-TW" altLang="en-US" smtClean="0"/>
              <a:t>2025/12/21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949CCD3-FE6A-E3AF-047B-3D08C30DC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0F97BF4-7233-285F-13E0-F385FECF0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E6943-21B5-D64D-A89E-A9D226837E8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3323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D49A22-A74F-A7DE-8893-8C5F5BCDE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9182EBA-4A7C-F729-EE93-0EEDBDFF0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C319F73-2667-50F2-62C6-88335B2B2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2E2AD-4DEB-F947-B1B4-6D0CBA2B297C}" type="datetimeFigureOut">
              <a:rPr kumimoji="1" lang="zh-TW" altLang="en-US" smtClean="0"/>
              <a:t>2025/12/21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7EA698D-200C-0CA1-2DD9-7CBCFF333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6235F4B-3EDF-EAE3-1051-100FAA971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E6943-21B5-D64D-A89E-A9D226837E8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813608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D83D10-4A7C-EB09-027E-675B8EB9D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07D88CC-8709-9EC2-8F96-C9302A5C06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89E44D4-B269-F541-A76D-A4CFFCE218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D380725-D9E7-1E86-2AB6-3C157510F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2E2AD-4DEB-F947-B1B4-6D0CBA2B297C}" type="datetimeFigureOut">
              <a:rPr kumimoji="1" lang="zh-TW" altLang="en-US" smtClean="0"/>
              <a:t>2025/12/21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FA5697D-32E1-15C8-C3CB-1D0EB3E74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3EF18A-2DA2-EDD6-296C-8740B5D86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E6943-21B5-D64D-A89E-A9D226837E8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60945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9F9721-3A20-4A19-B208-992B9028E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3577196-BD00-D623-E699-D87BE347C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815F0FE-0916-EBC5-CB99-F742498CCC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86E88C2-FBE6-61DD-35FE-2B6054989A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FD0D913-0C9A-A134-968D-6EA181C884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10BABF7-3845-4CA4-3D9A-03C5D3A28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2E2AD-4DEB-F947-B1B4-6D0CBA2B297C}" type="datetimeFigureOut">
              <a:rPr kumimoji="1" lang="zh-TW" altLang="en-US" smtClean="0"/>
              <a:t>2025/12/21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5BE2B55-CDE0-FD44-1602-184D0B5A1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72B8511-E408-A3BF-EACE-1321194E2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E6943-21B5-D64D-A89E-A9D226837E8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01899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AB7D0B-CBFA-82E1-8539-19FE876C2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96B3CBA-D81F-E22D-B013-863AC07A0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2E2AD-4DEB-F947-B1B4-6D0CBA2B297C}" type="datetimeFigureOut">
              <a:rPr kumimoji="1" lang="zh-TW" altLang="en-US" smtClean="0"/>
              <a:t>2025/12/21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8442BB3-DC23-B299-8580-991DFB329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5C7D951-8459-456C-D991-A86249BE0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E6943-21B5-D64D-A89E-A9D226837E8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94874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2922006-7083-AA4F-44E1-2E3170776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2E2AD-4DEB-F947-B1B4-6D0CBA2B297C}" type="datetimeFigureOut">
              <a:rPr kumimoji="1" lang="zh-TW" altLang="en-US" smtClean="0"/>
              <a:t>2025/12/21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B5755DF-8B12-354A-610F-120E3506D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EDE3AD-501B-F032-3C15-FDEA6D17D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E6943-21B5-D64D-A89E-A9D226837E8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94216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E59E0-EB5B-10ED-B727-0DE2DE1B9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3106111-60A5-3C08-DE57-7F35AD9C5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5577DCA-A713-7654-D183-AA74FF0A4C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F9D7A15-D2A9-3BD3-5BEC-4EDE5DB57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2E2AD-4DEB-F947-B1B4-6D0CBA2B297C}" type="datetimeFigureOut">
              <a:rPr kumimoji="1" lang="zh-TW" altLang="en-US" smtClean="0"/>
              <a:t>2025/12/21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8393A74-5401-1CAA-57A3-EC43232D1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D4898B3-21D8-751E-9865-164017231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E6943-21B5-D64D-A89E-A9D226837E8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760871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501097-23DC-1F3C-D68D-2E0DCD456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57323E0-FFD1-AE64-F138-F7BFD427A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831E260-1771-9337-3E66-C21F83F7B7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E987C22-8A5C-90A3-8410-03385AAE0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2E2AD-4DEB-F947-B1B4-6D0CBA2B297C}" type="datetimeFigureOut">
              <a:rPr kumimoji="1" lang="zh-TW" altLang="en-US" smtClean="0"/>
              <a:t>2025/12/21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7612144-A430-EED0-357B-3DA6DA88F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D4C84F6-F09F-E15B-69BC-C509D2286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E6943-21B5-D64D-A89E-A9D226837E8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71773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D18589-F475-6CAE-00B8-8BC387FF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9EA1201-DF09-3BDC-C1BE-155C2C2EF6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53E1A79-7864-3E8A-DD9C-D08EB90F9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2E2AD-4DEB-F947-B1B4-6D0CBA2B297C}" type="datetimeFigureOut">
              <a:rPr kumimoji="1" lang="zh-TW" altLang="en-US" smtClean="0"/>
              <a:t>2025/12/21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8EBB834-9825-3A83-D1D1-8EA506F3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B8B74A4-43A7-A6E1-67FD-C2ACCB91A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E6943-21B5-D64D-A89E-A9D226837E8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56558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2017329-7DA4-885E-556B-9741EED83B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1B7F7D4-D888-E459-754F-20693686F0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9FC0434-05AA-2F73-FFD8-859C316A4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2E2AD-4DEB-F947-B1B4-6D0CBA2B297C}" type="datetimeFigureOut">
              <a:rPr kumimoji="1" lang="zh-TW" altLang="en-US" smtClean="0"/>
              <a:t>2025/12/21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4EE88AB-E45B-6283-4559-50703CEC2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F5536EF-E193-6007-24D6-9C32B990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E6943-21B5-D64D-A89E-A9D226837E8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75568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10CCDA9-AEB8-345B-51EF-C6E777A48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C2E0F47-7207-40C9-FAF7-788674588E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FE40A7-DB4F-B7FD-6216-1D918B5289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22E2AD-4DEB-F947-B1B4-6D0CBA2B297C}" type="datetimeFigureOut">
              <a:rPr kumimoji="1" lang="zh-TW" altLang="en-US" smtClean="0"/>
              <a:t>2025/12/21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33A4C56-4FB4-6511-89A0-9B6DF0DC13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907D79-D70F-258F-9BBA-6FBEFC9A43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E6943-21B5-D64D-A89E-A9D226837E8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10055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8" name="群組 1027">
            <a:extLst>
              <a:ext uri="{FF2B5EF4-FFF2-40B4-BE49-F238E27FC236}">
                <a16:creationId xmlns:a16="http://schemas.microsoft.com/office/drawing/2014/main" id="{DBA98BA7-BE03-5A28-5268-5F99134031A2}"/>
              </a:ext>
            </a:extLst>
          </p:cNvPr>
          <p:cNvGrpSpPr/>
          <p:nvPr/>
        </p:nvGrpSpPr>
        <p:grpSpPr>
          <a:xfrm>
            <a:off x="817008" y="-66994"/>
            <a:ext cx="7285019" cy="6989958"/>
            <a:chOff x="817008" y="-66994"/>
            <a:chExt cx="7285019" cy="6989958"/>
          </a:xfrm>
        </p:grpSpPr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7558E17A-85D9-72A0-8906-67035B6F68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1000" y="-66994"/>
              <a:ext cx="6991027" cy="6989958"/>
            </a:xfrm>
            <a:prstGeom prst="ellipse">
              <a:avLst/>
            </a:prstGeom>
            <a:gradFill flip="none" rotWithShape="1">
              <a:gsLst>
                <a:gs pos="68000">
                  <a:schemeClr val="bg1">
                    <a:alpha val="13000"/>
                  </a:schemeClr>
                </a:gs>
                <a:gs pos="61000">
                  <a:schemeClr val="accent1">
                    <a:lumMod val="40000"/>
                    <a:lumOff val="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65549E69-870C-E6B8-979D-FBF325848CA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99464" y="642918"/>
              <a:ext cx="5643764" cy="5643764"/>
            </a:xfrm>
            <a:prstGeom prst="ellipse">
              <a:avLst/>
            </a:prstGeom>
            <a:gradFill flip="none" rotWithShape="1">
              <a:gsLst>
                <a:gs pos="66000">
                  <a:schemeClr val="accent1">
                    <a:lumMod val="40000"/>
                    <a:lumOff val="60000"/>
                  </a:schemeClr>
                </a:gs>
                <a:gs pos="60000">
                  <a:schemeClr val="accent5">
                    <a:lumMod val="7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5" name="橢圓 4">
              <a:extLst>
                <a:ext uri="{FF2B5EF4-FFF2-40B4-BE49-F238E27FC236}">
                  <a16:creationId xmlns:a16="http://schemas.microsoft.com/office/drawing/2014/main" id="{914B2C77-6869-1629-3D49-5CE09509B5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586752" y="2418120"/>
              <a:ext cx="1968421" cy="1968421"/>
            </a:xfrm>
            <a:prstGeom prst="ellipse">
              <a:avLst/>
            </a:prstGeom>
            <a:gradFill flip="none" rotWithShape="1">
              <a:gsLst>
                <a:gs pos="16000">
                  <a:schemeClr val="accent1">
                    <a:lumMod val="5000"/>
                    <a:lumOff val="95000"/>
                  </a:schemeClr>
                </a:gs>
                <a:gs pos="45000">
                  <a:schemeClr val="accent4">
                    <a:lumMod val="60000"/>
                    <a:lumOff val="40000"/>
                  </a:schemeClr>
                </a:gs>
                <a:gs pos="84000">
                  <a:schemeClr val="accent4">
                    <a:lumMod val="7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6" name="橢圓 5">
              <a:extLst>
                <a:ext uri="{FF2B5EF4-FFF2-40B4-BE49-F238E27FC236}">
                  <a16:creationId xmlns:a16="http://schemas.microsoft.com/office/drawing/2014/main" id="{8887BB66-12F7-389E-2DA8-EB00ABEEC0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973682" y="2806279"/>
              <a:ext cx="1192101" cy="1192101"/>
            </a:xfrm>
            <a:prstGeom prst="ellipse">
              <a:avLst/>
            </a:prstGeom>
            <a:gradFill>
              <a:gsLst>
                <a:gs pos="30000">
                  <a:schemeClr val="accent1">
                    <a:lumMod val="5000"/>
                    <a:lumOff val="95000"/>
                    <a:alpha val="0"/>
                  </a:schemeClr>
                </a:gs>
                <a:gs pos="84000">
                  <a:srgbClr val="FF0000">
                    <a:alpha val="43380"/>
                  </a:srgbClr>
                </a:gs>
              </a:gsLst>
              <a:path path="circle">
                <a:fillToRect l="50000" t="50000" r="50000" b="50000"/>
              </a:path>
            </a:gra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31D9E056-F4A6-28ED-0CD3-3E3123C72AFD}"/>
                </a:ext>
              </a:extLst>
            </p:cNvPr>
            <p:cNvSpPr txBox="1"/>
            <p:nvPr/>
          </p:nvSpPr>
          <p:spPr>
            <a:xfrm>
              <a:off x="4202556" y="3614283"/>
              <a:ext cx="73770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600" b="1" dirty="0">
                  <a:solidFill>
                    <a:srgbClr val="C00000"/>
                  </a:solidFill>
                  <a:latin typeface="Myriad Pro" panose="020B0503030403020204" pitchFamily="34" charset="0"/>
                </a:rPr>
                <a:t>Shock</a:t>
              </a:r>
              <a:endParaRPr kumimoji="1" lang="zh-TW" altLang="en-US" sz="1600" b="1" dirty="0">
                <a:solidFill>
                  <a:srgbClr val="C00000"/>
                </a:solidFill>
                <a:latin typeface="Myriad Pro" panose="020B0503030403020204" pitchFamily="34" charset="0"/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24AC567-95EC-068C-6AA5-12D92E26E3AB}"/>
                </a:ext>
              </a:extLst>
            </p:cNvPr>
            <p:cNvSpPr txBox="1"/>
            <p:nvPr/>
          </p:nvSpPr>
          <p:spPr>
            <a:xfrm>
              <a:off x="3996909" y="2501693"/>
              <a:ext cx="11785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600" b="1" dirty="0">
                  <a:solidFill>
                    <a:schemeClr val="accent4">
                      <a:lumMod val="50000"/>
                    </a:schemeClr>
                  </a:solidFill>
                  <a:latin typeface="Myriad Pro" panose="020B0503030403020204" pitchFamily="34" charset="0"/>
                </a:rPr>
                <a:t>Progenitor</a:t>
              </a:r>
              <a:endParaRPr kumimoji="1" lang="zh-TW" altLang="en-US" sz="1600" b="1" dirty="0">
                <a:solidFill>
                  <a:schemeClr val="accent4">
                    <a:lumMod val="50000"/>
                  </a:schemeClr>
                </a:solidFill>
                <a:latin typeface="Myriad Pro" panose="020B0503030403020204" pitchFamily="34" charset="0"/>
              </a:endParaRPr>
            </a:p>
          </p:txBody>
        </p:sp>
        <p:pic>
          <p:nvPicPr>
            <p:cNvPr id="1026" name="Picture 2" descr="Wiggle Arrow Icons - Free SVG &amp; PNG Wiggle Arrow Images - Noun Project">
              <a:extLst>
                <a:ext uri="{FF2B5EF4-FFF2-40B4-BE49-F238E27FC236}">
                  <a16:creationId xmlns:a16="http://schemas.microsoft.com/office/drawing/2014/main" id="{1FF2EC1A-F75B-8515-07DA-F03A66E96A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932489">
              <a:off x="4679614" y="2518257"/>
              <a:ext cx="945135" cy="9451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5" name="直線箭頭接點 24">
              <a:extLst>
                <a:ext uri="{FF2B5EF4-FFF2-40B4-BE49-F238E27FC236}">
                  <a16:creationId xmlns:a16="http://schemas.microsoft.com/office/drawing/2014/main" id="{FA56E8B3-1BB9-3A1F-577D-445ED57BB8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558467" y="1987313"/>
              <a:ext cx="54985" cy="319889"/>
            </a:xfrm>
            <a:prstGeom prst="straightConnector1">
              <a:avLst/>
            </a:prstGeom>
            <a:ln w="31750">
              <a:solidFill>
                <a:schemeClr val="accent6">
                  <a:lumMod val="60000"/>
                  <a:lumOff val="40000"/>
                </a:schemeClr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箭頭接點 27">
              <a:extLst>
                <a:ext uri="{FF2B5EF4-FFF2-40B4-BE49-F238E27FC236}">
                  <a16:creationId xmlns:a16="http://schemas.microsoft.com/office/drawing/2014/main" id="{B6F9EE71-8F5F-CE66-F0B9-527D90BB5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07246" y="2399010"/>
              <a:ext cx="340717" cy="51176"/>
            </a:xfrm>
            <a:prstGeom prst="straightConnector1">
              <a:avLst/>
            </a:prstGeom>
            <a:ln w="31750">
              <a:solidFill>
                <a:srgbClr val="C9A7F8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1" name="Picture 2" descr="Wiggle Arrow Icons - Free SVG &amp; PNG Wiggle Arrow Images - Noun Project">
              <a:extLst>
                <a:ext uri="{FF2B5EF4-FFF2-40B4-BE49-F238E27FC236}">
                  <a16:creationId xmlns:a16="http://schemas.microsoft.com/office/drawing/2014/main" id="{C8C08F99-6D80-18EF-6196-171518C367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431783">
              <a:off x="4835698" y="3353755"/>
              <a:ext cx="981832" cy="9818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2" descr="Wiggle Arrow Icons - Free SVG &amp; PNG Wiggle Arrow Images - Noun Project">
              <a:extLst>
                <a:ext uri="{FF2B5EF4-FFF2-40B4-BE49-F238E27FC236}">
                  <a16:creationId xmlns:a16="http://schemas.microsoft.com/office/drawing/2014/main" id="{5E37BB90-2BEB-9294-039A-C10BC71998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4536113">
              <a:off x="3389143" y="2197164"/>
              <a:ext cx="1134707" cy="1134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2" descr="Wiggle Arrow Icons - Free SVG &amp; PNG Wiggle Arrow Images - Noun Project">
              <a:extLst>
                <a:ext uri="{FF2B5EF4-FFF2-40B4-BE49-F238E27FC236}">
                  <a16:creationId xmlns:a16="http://schemas.microsoft.com/office/drawing/2014/main" id="{F57DC118-64A9-10D2-E31B-2BCA8D2243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8357791">
              <a:off x="3281386" y="3542154"/>
              <a:ext cx="1134707" cy="1134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EF0D92C7-F0E8-529D-3A97-59CD8449D24D}"/>
                </a:ext>
              </a:extLst>
            </p:cNvPr>
            <p:cNvSpPr txBox="1"/>
            <p:nvPr/>
          </p:nvSpPr>
          <p:spPr>
            <a:xfrm>
              <a:off x="3026958" y="1593583"/>
              <a:ext cx="196239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TW" sz="2800" b="1" dirty="0">
                  <a:solidFill>
                    <a:schemeClr val="accent5">
                      <a:lumMod val="40000"/>
                      <a:lumOff val="60000"/>
                    </a:schemeClr>
                  </a:solidFill>
                  <a:latin typeface="Myriad Pro" panose="020B0503030403020204" pitchFamily="34" charset="0"/>
                </a:rPr>
                <a:t>Dense CSM</a:t>
              </a:r>
              <a:endParaRPr kumimoji="1" lang="zh-TW" altLang="en-US" sz="2800" b="1" dirty="0">
                <a:solidFill>
                  <a:schemeClr val="accent5">
                    <a:lumMod val="40000"/>
                    <a:lumOff val="60000"/>
                  </a:schemeClr>
                </a:solidFill>
                <a:latin typeface="Myriad Pro" panose="020B0503030403020204" pitchFamily="34" charset="0"/>
              </a:endParaRP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FE9FE85A-F7EA-EDE9-5B43-E96343B82007}"/>
                </a:ext>
              </a:extLst>
            </p:cNvPr>
            <p:cNvSpPr txBox="1"/>
            <p:nvPr/>
          </p:nvSpPr>
          <p:spPr>
            <a:xfrm>
              <a:off x="4704294" y="346254"/>
              <a:ext cx="25795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TW" sz="2800" b="1" dirty="0">
                  <a:solidFill>
                    <a:schemeClr val="accent1">
                      <a:lumMod val="75000"/>
                    </a:schemeClr>
                  </a:solidFill>
                  <a:latin typeface="Myriad Pro" panose="020B0503030403020204" pitchFamily="34" charset="0"/>
                </a:rPr>
                <a:t>Extended wind</a:t>
              </a:r>
              <a:endParaRPr kumimoji="1" lang="zh-TW" altLang="en-US" sz="2800" b="1" dirty="0">
                <a:solidFill>
                  <a:schemeClr val="accent1">
                    <a:lumMod val="75000"/>
                  </a:schemeClr>
                </a:solidFill>
                <a:latin typeface="Myriad Pro" panose="020B0503030403020204" pitchFamily="34" charset="0"/>
              </a:endParaRPr>
            </a:p>
          </p:txBody>
        </p:sp>
        <p:cxnSp>
          <p:nvCxnSpPr>
            <p:cNvPr id="41" name="直線接點 40">
              <a:extLst>
                <a:ext uri="{FF2B5EF4-FFF2-40B4-BE49-F238E27FC236}">
                  <a16:creationId xmlns:a16="http://schemas.microsoft.com/office/drawing/2014/main" id="{4EFEC9B6-0847-D237-851B-22C0D03001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2857" y="3409327"/>
              <a:ext cx="2393657" cy="1017675"/>
            </a:xfrm>
            <a:prstGeom prst="line">
              <a:avLst/>
            </a:prstGeom>
            <a:ln w="22225">
              <a:solidFill>
                <a:srgbClr val="00206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1E9190ED-B82C-F3A0-C819-09A7CC1C4A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88968" y="3402331"/>
              <a:ext cx="3232378" cy="501717"/>
            </a:xfrm>
            <a:prstGeom prst="line">
              <a:avLst/>
            </a:prstGeom>
            <a:ln w="22225">
              <a:solidFill>
                <a:srgbClr val="002060"/>
              </a:solidFill>
              <a:prstDash val="sysDash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7D34D267-EBE3-71DE-E14F-0B5C642FD4C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434324" y="2319610"/>
              <a:ext cx="401948" cy="361660"/>
              <a:chOff x="8105511" y="4665305"/>
              <a:chExt cx="538861" cy="484849"/>
            </a:xfrm>
          </p:grpSpPr>
          <p:sp>
            <p:nvSpPr>
              <p:cNvPr id="21" name="橢圓 20">
                <a:extLst>
                  <a:ext uri="{FF2B5EF4-FFF2-40B4-BE49-F238E27FC236}">
                    <a16:creationId xmlns:a16="http://schemas.microsoft.com/office/drawing/2014/main" id="{8AF7DDCA-C3B6-BEF8-E04A-492CAB007D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05511" y="4665305"/>
                <a:ext cx="487956" cy="484849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dirty="0"/>
              </a:p>
            </p:txBody>
          </p:sp>
          <p:sp>
            <p:nvSpPr>
              <p:cNvPr id="45" name="橢圓 44">
                <a:extLst>
                  <a:ext uri="{FF2B5EF4-FFF2-40B4-BE49-F238E27FC236}">
                    <a16:creationId xmlns:a16="http://schemas.microsoft.com/office/drawing/2014/main" id="{276045AB-EFEE-ED17-DCEA-38C3548FDE74}"/>
                  </a:ext>
                </a:extLst>
              </p:cNvPr>
              <p:cNvSpPr/>
              <p:nvPr/>
            </p:nvSpPr>
            <p:spPr>
              <a:xfrm rot="19644702">
                <a:off x="8192350" y="4753093"/>
                <a:ext cx="162598" cy="105922"/>
              </a:xfrm>
              <a:prstGeom prst="ellipse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49" name="月亮 48">
                <a:extLst>
                  <a:ext uri="{FF2B5EF4-FFF2-40B4-BE49-F238E27FC236}">
                    <a16:creationId xmlns:a16="http://schemas.microsoft.com/office/drawing/2014/main" id="{931EF048-CE1D-2C4D-6E56-767B33A2C9BB}"/>
                  </a:ext>
                </a:extLst>
              </p:cNvPr>
              <p:cNvSpPr/>
              <p:nvPr/>
            </p:nvSpPr>
            <p:spPr>
              <a:xfrm rot="14518812">
                <a:off x="8365449" y="4848455"/>
                <a:ext cx="137358" cy="420488"/>
              </a:xfrm>
              <a:prstGeom prst="moon">
                <a:avLst>
                  <a:gd name="adj" fmla="val 48494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50" name="橢圓 49">
                <a:extLst>
                  <a:ext uri="{FF2B5EF4-FFF2-40B4-BE49-F238E27FC236}">
                    <a16:creationId xmlns:a16="http://schemas.microsoft.com/office/drawing/2014/main" id="{81D27965-C5AB-532F-0AC8-1C47F6FD20F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05511" y="4665305"/>
                <a:ext cx="487956" cy="484849"/>
              </a:xfrm>
              <a:prstGeom prst="ellipse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dirty="0"/>
              </a:p>
            </p:txBody>
          </p:sp>
        </p:grp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36A74A47-EF17-C9D0-B8C1-D90AB271EAC4}"/>
                </a:ext>
              </a:extLst>
            </p:cNvPr>
            <p:cNvSpPr txBox="1"/>
            <p:nvPr/>
          </p:nvSpPr>
          <p:spPr>
            <a:xfrm>
              <a:off x="5459316" y="2324264"/>
              <a:ext cx="4019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16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yriad Pro" panose="020B0503030403020204" pitchFamily="34" charset="0"/>
                </a:rPr>
                <a:t>A</a:t>
              </a:r>
              <a:r>
                <a:rPr kumimoji="1" lang="en-US" altLang="zh-TW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yriad Pro" panose="020B0503030403020204" pitchFamily="34" charset="0"/>
                </a:rPr>
                <a:t>’</a:t>
              </a:r>
              <a:endParaRPr kumimoji="1" lang="zh-TW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Myriad Pro" panose="020B0503030403020204" pitchFamily="34" charset="0"/>
              </a:endParaRPr>
            </a:p>
          </p:txBody>
        </p: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AD350D5D-71A1-3AD9-EF84-67292D472A63}"/>
                </a:ext>
              </a:extLst>
            </p:cNvPr>
            <p:cNvGrpSpPr/>
            <p:nvPr/>
          </p:nvGrpSpPr>
          <p:grpSpPr>
            <a:xfrm>
              <a:off x="5354199" y="1539090"/>
              <a:ext cx="401947" cy="361660"/>
              <a:chOff x="8622108" y="2820038"/>
              <a:chExt cx="401947" cy="361660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4493BE4D-DC34-850A-D469-C21331F210F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622108" y="2820038"/>
                <a:ext cx="363977" cy="361660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dirty="0"/>
              </a:p>
            </p:txBody>
          </p:sp>
          <p:sp>
            <p:nvSpPr>
              <p:cNvPr id="60" name="橢圓 59">
                <a:extLst>
                  <a:ext uri="{FF2B5EF4-FFF2-40B4-BE49-F238E27FC236}">
                    <a16:creationId xmlns:a16="http://schemas.microsoft.com/office/drawing/2014/main" id="{5F52E2F2-5F31-3D6B-7E5C-3D391F278417}"/>
                  </a:ext>
                </a:extLst>
              </p:cNvPr>
              <p:cNvSpPr/>
              <p:nvPr/>
            </p:nvSpPr>
            <p:spPr>
              <a:xfrm rot="19644702">
                <a:off x="8686883" y="2885521"/>
                <a:ext cx="121285" cy="7901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61" name="月亮 60">
                <a:extLst>
                  <a:ext uri="{FF2B5EF4-FFF2-40B4-BE49-F238E27FC236}">
                    <a16:creationId xmlns:a16="http://schemas.microsoft.com/office/drawing/2014/main" id="{A29153BF-308C-0FF4-9A72-E4A484374AC6}"/>
                  </a:ext>
                </a:extLst>
              </p:cNvPr>
              <p:cNvSpPr/>
              <p:nvPr/>
            </p:nvSpPr>
            <p:spPr>
              <a:xfrm rot="14518812">
                <a:off x="8816001" y="2956654"/>
                <a:ext cx="102458" cy="313651"/>
              </a:xfrm>
              <a:prstGeom prst="moon">
                <a:avLst>
                  <a:gd name="adj" fmla="val 48494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62" name="橢圓 61">
                <a:extLst>
                  <a:ext uri="{FF2B5EF4-FFF2-40B4-BE49-F238E27FC236}">
                    <a16:creationId xmlns:a16="http://schemas.microsoft.com/office/drawing/2014/main" id="{EF188664-CEDD-FB6C-33D8-5D183B564BD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622108" y="2820038"/>
                <a:ext cx="363977" cy="361660"/>
              </a:xfrm>
              <a:prstGeom prst="ellipse">
                <a:avLst/>
              </a:prstGeom>
              <a:noFill/>
              <a:ln w="254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dirty="0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AF202ADE-80B8-C855-72F2-B738AF97D587}"/>
                </a:ext>
              </a:extLst>
            </p:cNvPr>
            <p:cNvSpPr txBox="1"/>
            <p:nvPr/>
          </p:nvSpPr>
          <p:spPr>
            <a:xfrm>
              <a:off x="5379098" y="1522805"/>
              <a:ext cx="35939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600" i="1" dirty="0">
                  <a:solidFill>
                    <a:schemeClr val="accent6">
                      <a:lumMod val="50000"/>
                    </a:schemeClr>
                  </a:solidFill>
                  <a:latin typeface="Myriad Pro" panose="020B0503030403020204" pitchFamily="34" charset="0"/>
                </a:rPr>
                <a:t>e</a:t>
              </a:r>
              <a:r>
                <a:rPr lang="zh-TW" altLang="en-US" sz="1600" baseline="30000" dirty="0">
                  <a:solidFill>
                    <a:schemeClr val="accent6">
                      <a:lumMod val="50000"/>
                    </a:schemeClr>
                  </a:solidFill>
                  <a:latin typeface="Myriad Pro" panose="020B0503030403020204" pitchFamily="34" charset="0"/>
                </a:rPr>
                <a:t>−</a:t>
              </a:r>
              <a:endParaRPr kumimoji="1" lang="zh-TW" altLang="en-US" sz="1600" baseline="30000" dirty="0">
                <a:solidFill>
                  <a:schemeClr val="accent6">
                    <a:lumMod val="50000"/>
                  </a:schemeClr>
                </a:solidFill>
                <a:latin typeface="Myriad Pro" panose="020B0503030403020204" pitchFamily="34" charset="0"/>
              </a:endParaRPr>
            </a:p>
          </p:txBody>
        </p:sp>
        <p:grpSp>
          <p:nvGrpSpPr>
            <p:cNvPr id="1033" name="群組 1032">
              <a:extLst>
                <a:ext uri="{FF2B5EF4-FFF2-40B4-BE49-F238E27FC236}">
                  <a16:creationId xmlns:a16="http://schemas.microsoft.com/office/drawing/2014/main" id="{57F4C5E8-A6A7-729D-3DCA-D1EEBCFC5767}"/>
                </a:ext>
              </a:extLst>
            </p:cNvPr>
            <p:cNvGrpSpPr/>
            <p:nvPr/>
          </p:nvGrpSpPr>
          <p:grpSpPr>
            <a:xfrm>
              <a:off x="6239533" y="2143434"/>
              <a:ext cx="401947" cy="361660"/>
              <a:chOff x="8548529" y="3222508"/>
              <a:chExt cx="401947" cy="361660"/>
            </a:xfrm>
          </p:grpSpPr>
          <p:sp>
            <p:nvSpPr>
              <p:cNvPr id="1029" name="橢圓 1028">
                <a:extLst>
                  <a:ext uri="{FF2B5EF4-FFF2-40B4-BE49-F238E27FC236}">
                    <a16:creationId xmlns:a16="http://schemas.microsoft.com/office/drawing/2014/main" id="{48F4A406-504A-925B-052A-B05A060803A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48529" y="3222508"/>
                <a:ext cx="363977" cy="361660"/>
              </a:xfrm>
              <a:prstGeom prst="ellipse">
                <a:avLst/>
              </a:prstGeom>
              <a:solidFill>
                <a:srgbClr val="C9A7F8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dirty="0"/>
              </a:p>
            </p:txBody>
          </p:sp>
          <p:sp>
            <p:nvSpPr>
              <p:cNvPr id="1030" name="橢圓 1029">
                <a:extLst>
                  <a:ext uri="{FF2B5EF4-FFF2-40B4-BE49-F238E27FC236}">
                    <a16:creationId xmlns:a16="http://schemas.microsoft.com/office/drawing/2014/main" id="{4EB085E3-B720-A363-BBE0-4178E053BEF6}"/>
                  </a:ext>
                </a:extLst>
              </p:cNvPr>
              <p:cNvSpPr/>
              <p:nvPr/>
            </p:nvSpPr>
            <p:spPr>
              <a:xfrm rot="19644702">
                <a:off x="8613304" y="3287991"/>
                <a:ext cx="121285" cy="79010"/>
              </a:xfrm>
              <a:prstGeom prst="ellipse">
                <a:avLst/>
              </a:prstGeom>
              <a:solidFill>
                <a:srgbClr val="FFE9E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1031" name="月亮 1030">
                <a:extLst>
                  <a:ext uri="{FF2B5EF4-FFF2-40B4-BE49-F238E27FC236}">
                    <a16:creationId xmlns:a16="http://schemas.microsoft.com/office/drawing/2014/main" id="{98A0E481-9D24-9340-996B-077A93070E81}"/>
                  </a:ext>
                </a:extLst>
              </p:cNvPr>
              <p:cNvSpPr/>
              <p:nvPr/>
            </p:nvSpPr>
            <p:spPr>
              <a:xfrm rot="14518812">
                <a:off x="8742422" y="3359124"/>
                <a:ext cx="102458" cy="313651"/>
              </a:xfrm>
              <a:prstGeom prst="moon">
                <a:avLst>
                  <a:gd name="adj" fmla="val 48494"/>
                </a:avLst>
              </a:prstGeom>
              <a:solidFill>
                <a:srgbClr val="94165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1032" name="橢圓 1031">
                <a:extLst>
                  <a:ext uri="{FF2B5EF4-FFF2-40B4-BE49-F238E27FC236}">
                    <a16:creationId xmlns:a16="http://schemas.microsoft.com/office/drawing/2014/main" id="{53F85397-1AAA-9CF0-0EDC-4874EEEE1E9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48529" y="3222508"/>
                <a:ext cx="363977" cy="361660"/>
              </a:xfrm>
              <a:prstGeom prst="ellipse">
                <a:avLst/>
              </a:prstGeom>
              <a:noFill/>
              <a:ln w="25400">
                <a:solidFill>
                  <a:srgbClr val="521B9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dirty="0"/>
              </a:p>
            </p:txBody>
          </p:sp>
        </p:grp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81243864-FE69-1F82-701A-128E41215FF3}"/>
                </a:ext>
              </a:extLst>
            </p:cNvPr>
            <p:cNvSpPr txBox="1"/>
            <p:nvPr/>
          </p:nvSpPr>
          <p:spPr>
            <a:xfrm>
              <a:off x="6266268" y="2136325"/>
              <a:ext cx="4019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1600" i="1" dirty="0">
                  <a:solidFill>
                    <a:srgbClr val="521B93"/>
                  </a:solidFill>
                  <a:latin typeface="Myriad Pro" panose="020B0503030403020204" pitchFamily="34" charset="0"/>
                </a:rPr>
                <a:t>e</a:t>
              </a:r>
              <a:r>
                <a:rPr kumimoji="1" lang="en-US" altLang="zh-TW" sz="1600" baseline="30000" dirty="0">
                  <a:solidFill>
                    <a:srgbClr val="521B93"/>
                  </a:solidFill>
                  <a:latin typeface="Myriad Pro" panose="020B0503030403020204" pitchFamily="34" charset="0"/>
                </a:rPr>
                <a:t>+</a:t>
              </a:r>
              <a:endParaRPr kumimoji="1" lang="zh-TW" altLang="en-US" sz="1600" baseline="30000" dirty="0">
                <a:solidFill>
                  <a:srgbClr val="521B93"/>
                </a:solidFill>
                <a:latin typeface="Myriad Pro" panose="020B0503030403020204" pitchFamily="34" charset="0"/>
              </a:endParaRPr>
            </a:p>
          </p:txBody>
        </p:sp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54BCA5A0-0FFA-83C8-F623-86A05A1BADE6}"/>
                </a:ext>
              </a:extLst>
            </p:cNvPr>
            <p:cNvGrpSpPr/>
            <p:nvPr/>
          </p:nvGrpSpPr>
          <p:grpSpPr>
            <a:xfrm>
              <a:off x="5258279" y="4699048"/>
              <a:ext cx="442674" cy="397405"/>
              <a:chOff x="8097636" y="5791327"/>
              <a:chExt cx="442674" cy="397405"/>
            </a:xfrm>
          </p:grpSpPr>
          <p:grpSp>
            <p:nvGrpSpPr>
              <p:cNvPr id="1061" name="群組 1060">
                <a:extLst>
                  <a:ext uri="{FF2B5EF4-FFF2-40B4-BE49-F238E27FC236}">
                    <a16:creationId xmlns:a16="http://schemas.microsoft.com/office/drawing/2014/main" id="{9FAB61C1-019C-9324-21C8-7A5387FA020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098634" y="5791327"/>
                <a:ext cx="441676" cy="397405"/>
                <a:chOff x="10250852" y="2187070"/>
                <a:chExt cx="1159429" cy="1043216"/>
              </a:xfrm>
            </p:grpSpPr>
            <p:sp>
              <p:nvSpPr>
                <p:cNvPr id="1062" name="橢圓 1061">
                  <a:extLst>
                    <a:ext uri="{FF2B5EF4-FFF2-40B4-BE49-F238E27FC236}">
                      <a16:creationId xmlns:a16="http://schemas.microsoft.com/office/drawing/2014/main" id="{46C55D37-93A4-F7E7-855D-66F4D5D4799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50852" y="2187070"/>
                  <a:ext cx="1049900" cy="1043216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 dirty="0"/>
                </a:p>
              </p:txBody>
            </p:sp>
            <p:sp>
              <p:nvSpPr>
                <p:cNvPr id="1063" name="橢圓 1062">
                  <a:extLst>
                    <a:ext uri="{FF2B5EF4-FFF2-40B4-BE49-F238E27FC236}">
                      <a16:creationId xmlns:a16="http://schemas.microsoft.com/office/drawing/2014/main" id="{8F9C4BCE-25B2-DE26-1557-906DCE4F8DB6}"/>
                    </a:ext>
                  </a:extLst>
                </p:cNvPr>
                <p:cNvSpPr/>
                <p:nvPr/>
              </p:nvSpPr>
              <p:spPr>
                <a:xfrm rot="19644702">
                  <a:off x="10410781" y="2349040"/>
                  <a:ext cx="349848" cy="22790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1064" name="月亮 1063">
                  <a:extLst>
                    <a:ext uri="{FF2B5EF4-FFF2-40B4-BE49-F238E27FC236}">
                      <a16:creationId xmlns:a16="http://schemas.microsoft.com/office/drawing/2014/main" id="{7BB89FE8-47F3-9825-20DB-BFA6D0E0F866}"/>
                    </a:ext>
                  </a:extLst>
                </p:cNvPr>
                <p:cNvSpPr/>
                <p:nvPr/>
              </p:nvSpPr>
              <p:spPr>
                <a:xfrm rot="14518812">
                  <a:off x="10810142" y="2581141"/>
                  <a:ext cx="295544" cy="904735"/>
                </a:xfrm>
                <a:prstGeom prst="moon">
                  <a:avLst>
                    <a:gd name="adj" fmla="val 48494"/>
                  </a:avLst>
                </a:prstGeom>
                <a:solidFill>
                  <a:srgbClr val="D25B1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1065" name="橢圓 1064">
                  <a:extLst>
                    <a:ext uri="{FF2B5EF4-FFF2-40B4-BE49-F238E27FC236}">
                      <a16:creationId xmlns:a16="http://schemas.microsoft.com/office/drawing/2014/main" id="{E099A195-77F5-8502-8130-E9006A584AC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50852" y="2187070"/>
                  <a:ext cx="1049900" cy="1043216"/>
                </a:xfrm>
                <a:prstGeom prst="ellipse">
                  <a:avLst/>
                </a:prstGeom>
                <a:noFill/>
                <a:ln w="285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</p:grpSp>
          <p:sp>
            <p:nvSpPr>
              <p:cNvPr id="1035" name="文字方塊 1034">
                <a:extLst>
                  <a:ext uri="{FF2B5EF4-FFF2-40B4-BE49-F238E27FC236}">
                    <a16:creationId xmlns:a16="http://schemas.microsoft.com/office/drawing/2014/main" id="{A63E783B-3880-9F94-C36B-9C3AE8762AE9}"/>
                  </a:ext>
                </a:extLst>
              </p:cNvPr>
              <p:cNvSpPr txBox="1"/>
              <p:nvPr/>
            </p:nvSpPr>
            <p:spPr>
              <a:xfrm>
                <a:off x="8097636" y="5822941"/>
                <a:ext cx="40194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600" dirty="0">
                    <a:solidFill>
                      <a:schemeClr val="accent2">
                        <a:lumMod val="50000"/>
                      </a:schemeClr>
                    </a:solidFill>
                    <a:latin typeface="Myriad Pro" panose="020B0503030403020204" pitchFamily="34" charset="0"/>
                  </a:rPr>
                  <a:t>H</a:t>
                </a:r>
                <a:endParaRPr kumimoji="1" lang="zh-TW" altLang="en-US" sz="1600" dirty="0">
                  <a:solidFill>
                    <a:schemeClr val="accent2">
                      <a:lumMod val="50000"/>
                    </a:schemeClr>
                  </a:solidFill>
                  <a:latin typeface="Myriad Pro" panose="020B0503030403020204" pitchFamily="34" charset="0"/>
                </a:endParaRPr>
              </a:p>
            </p:txBody>
          </p:sp>
        </p:grpSp>
        <p:sp>
          <p:nvSpPr>
            <p:cNvPr id="1067" name="文字方塊 1066">
              <a:extLst>
                <a:ext uri="{FF2B5EF4-FFF2-40B4-BE49-F238E27FC236}">
                  <a16:creationId xmlns:a16="http://schemas.microsoft.com/office/drawing/2014/main" id="{F529EA05-1802-A840-06D5-6D1E11C6F997}"/>
                </a:ext>
              </a:extLst>
            </p:cNvPr>
            <p:cNvSpPr txBox="1"/>
            <p:nvPr/>
          </p:nvSpPr>
          <p:spPr>
            <a:xfrm>
              <a:off x="1669997" y="4502445"/>
              <a:ext cx="14013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TW" sz="1600" b="1" dirty="0">
                  <a:solidFill>
                    <a:srgbClr val="002060"/>
                  </a:solidFill>
                  <a:latin typeface="Myriad Pro" panose="020B0503030403020204" pitchFamily="34" charset="0"/>
                </a:rPr>
                <a:t>a few 10</a:t>
              </a:r>
              <a:r>
                <a:rPr kumimoji="1" lang="en-US" altLang="zh-TW" sz="1600" b="1" baseline="30000" dirty="0">
                  <a:solidFill>
                    <a:srgbClr val="002060"/>
                  </a:solidFill>
                  <a:latin typeface="Myriad Pro" panose="020B0503030403020204" pitchFamily="34" charset="0"/>
                </a:rPr>
                <a:t>14</a:t>
              </a:r>
              <a:r>
                <a:rPr kumimoji="1" lang="en-US" altLang="zh-TW" sz="1600" b="1" dirty="0">
                  <a:solidFill>
                    <a:srgbClr val="002060"/>
                  </a:solidFill>
                  <a:latin typeface="Myriad Pro" panose="020B0503030403020204" pitchFamily="34" charset="0"/>
                </a:rPr>
                <a:t> cm</a:t>
              </a:r>
              <a:endParaRPr kumimoji="1" lang="zh-TW" altLang="en-US" sz="1600" b="1" dirty="0">
                <a:solidFill>
                  <a:srgbClr val="002060"/>
                </a:solidFill>
                <a:latin typeface="Myriad Pro" panose="020B0503030403020204" pitchFamily="34" charset="0"/>
              </a:endParaRPr>
            </a:p>
          </p:txBody>
        </p:sp>
        <p:sp>
          <p:nvSpPr>
            <p:cNvPr id="1068" name="文字方塊 1067">
              <a:extLst>
                <a:ext uri="{FF2B5EF4-FFF2-40B4-BE49-F238E27FC236}">
                  <a16:creationId xmlns:a16="http://schemas.microsoft.com/office/drawing/2014/main" id="{6BECF07C-64B5-5493-EC4F-22FC23F43C95}"/>
                </a:ext>
              </a:extLst>
            </p:cNvPr>
            <p:cNvSpPr txBox="1"/>
            <p:nvPr/>
          </p:nvSpPr>
          <p:spPr>
            <a:xfrm>
              <a:off x="817008" y="3427985"/>
              <a:ext cx="141417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TW" sz="1600" b="1" dirty="0">
                  <a:solidFill>
                    <a:srgbClr val="002060"/>
                  </a:solidFill>
                  <a:latin typeface="Myriad Pro" panose="020B0503030403020204" pitchFamily="34" charset="0"/>
                </a:rPr>
                <a:t>up to 10</a:t>
              </a:r>
              <a:r>
                <a:rPr kumimoji="1" lang="en-US" altLang="zh-TW" sz="1600" b="1" baseline="30000" dirty="0">
                  <a:solidFill>
                    <a:srgbClr val="002060"/>
                  </a:solidFill>
                  <a:latin typeface="Myriad Pro" panose="020B0503030403020204" pitchFamily="34" charset="0"/>
                </a:rPr>
                <a:t>16</a:t>
              </a:r>
              <a:r>
                <a:rPr kumimoji="1" lang="en-US" altLang="zh-TW" sz="1600" b="1" dirty="0">
                  <a:solidFill>
                    <a:srgbClr val="002060"/>
                  </a:solidFill>
                  <a:latin typeface="Myriad Pro" panose="020B0503030403020204" pitchFamily="34" charset="0"/>
                </a:rPr>
                <a:t> cm</a:t>
              </a:r>
              <a:endParaRPr kumimoji="1" lang="zh-TW" altLang="en-US" sz="1600" b="1" dirty="0">
                <a:solidFill>
                  <a:srgbClr val="002060"/>
                </a:solidFill>
                <a:latin typeface="Myriad Pro" panose="020B0503030403020204" pitchFamily="34" charset="0"/>
              </a:endParaRPr>
            </a:p>
          </p:txBody>
        </p:sp>
        <p:grpSp>
          <p:nvGrpSpPr>
            <p:cNvPr id="4" name="群組 3">
              <a:extLst>
                <a:ext uri="{FF2B5EF4-FFF2-40B4-BE49-F238E27FC236}">
                  <a16:creationId xmlns:a16="http://schemas.microsoft.com/office/drawing/2014/main" id="{356E8392-E04D-ADD2-DCBF-F86DF8450D41}"/>
                </a:ext>
              </a:extLst>
            </p:cNvPr>
            <p:cNvGrpSpPr/>
            <p:nvPr/>
          </p:nvGrpSpPr>
          <p:grpSpPr>
            <a:xfrm>
              <a:off x="6027925" y="3424703"/>
              <a:ext cx="442674" cy="397405"/>
              <a:chOff x="8097636" y="5791327"/>
              <a:chExt cx="442674" cy="397405"/>
            </a:xfrm>
          </p:grpSpPr>
          <p:grpSp>
            <p:nvGrpSpPr>
              <p:cNvPr id="10" name="群組 9">
                <a:extLst>
                  <a:ext uri="{FF2B5EF4-FFF2-40B4-BE49-F238E27FC236}">
                    <a16:creationId xmlns:a16="http://schemas.microsoft.com/office/drawing/2014/main" id="{EFDB5937-E38F-A656-9D02-E54F82C2D96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098634" y="5791327"/>
                <a:ext cx="441676" cy="397405"/>
                <a:chOff x="10250852" y="2187070"/>
                <a:chExt cx="1159429" cy="1043216"/>
              </a:xfrm>
            </p:grpSpPr>
            <p:sp>
              <p:nvSpPr>
                <p:cNvPr id="12" name="橢圓 11">
                  <a:extLst>
                    <a:ext uri="{FF2B5EF4-FFF2-40B4-BE49-F238E27FC236}">
                      <a16:creationId xmlns:a16="http://schemas.microsoft.com/office/drawing/2014/main" id="{0F31A447-70C3-50B4-4597-0D53412A3B3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50852" y="2187070"/>
                  <a:ext cx="1049900" cy="1043216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 dirty="0"/>
                </a:p>
              </p:txBody>
            </p:sp>
            <p:sp>
              <p:nvSpPr>
                <p:cNvPr id="13" name="橢圓 12">
                  <a:extLst>
                    <a:ext uri="{FF2B5EF4-FFF2-40B4-BE49-F238E27FC236}">
                      <a16:creationId xmlns:a16="http://schemas.microsoft.com/office/drawing/2014/main" id="{67E5BBBE-767A-DCFC-6867-885377125EC9}"/>
                    </a:ext>
                  </a:extLst>
                </p:cNvPr>
                <p:cNvSpPr/>
                <p:nvPr/>
              </p:nvSpPr>
              <p:spPr>
                <a:xfrm rot="19644702">
                  <a:off x="10410781" y="2349040"/>
                  <a:ext cx="349848" cy="22790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14" name="月亮 13">
                  <a:extLst>
                    <a:ext uri="{FF2B5EF4-FFF2-40B4-BE49-F238E27FC236}">
                      <a16:creationId xmlns:a16="http://schemas.microsoft.com/office/drawing/2014/main" id="{58D9D0C9-DC24-CD3F-7C21-5E975906DA95}"/>
                    </a:ext>
                  </a:extLst>
                </p:cNvPr>
                <p:cNvSpPr/>
                <p:nvPr/>
              </p:nvSpPr>
              <p:spPr>
                <a:xfrm rot="14518812">
                  <a:off x="10810142" y="2581141"/>
                  <a:ext cx="295544" cy="904735"/>
                </a:xfrm>
                <a:prstGeom prst="moon">
                  <a:avLst>
                    <a:gd name="adj" fmla="val 48494"/>
                  </a:avLst>
                </a:prstGeom>
                <a:solidFill>
                  <a:srgbClr val="D25B1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15" name="橢圓 14">
                  <a:extLst>
                    <a:ext uri="{FF2B5EF4-FFF2-40B4-BE49-F238E27FC236}">
                      <a16:creationId xmlns:a16="http://schemas.microsoft.com/office/drawing/2014/main" id="{00C55A6F-A5EF-3022-C144-E0EB01B8607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50852" y="2187070"/>
                  <a:ext cx="1049900" cy="1043216"/>
                </a:xfrm>
                <a:prstGeom prst="ellipse">
                  <a:avLst/>
                </a:prstGeom>
                <a:noFill/>
                <a:ln w="285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</p:grpSp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FED3418C-0DFB-6233-D619-9268F1DFE7F9}"/>
                  </a:ext>
                </a:extLst>
              </p:cNvPr>
              <p:cNvSpPr txBox="1"/>
              <p:nvPr/>
            </p:nvSpPr>
            <p:spPr>
              <a:xfrm>
                <a:off x="8097636" y="5822941"/>
                <a:ext cx="40194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600" dirty="0">
                    <a:solidFill>
                      <a:schemeClr val="accent2">
                        <a:lumMod val="50000"/>
                      </a:schemeClr>
                    </a:solidFill>
                    <a:latin typeface="Myriad Pro" panose="020B0503030403020204" pitchFamily="34" charset="0"/>
                  </a:rPr>
                  <a:t>H</a:t>
                </a:r>
                <a:endParaRPr kumimoji="1" lang="zh-TW" altLang="en-US" sz="1600" dirty="0">
                  <a:solidFill>
                    <a:schemeClr val="accent2">
                      <a:lumMod val="50000"/>
                    </a:schemeClr>
                  </a:solidFill>
                  <a:latin typeface="Myriad Pro" panose="020B0503030403020204" pitchFamily="34" charset="0"/>
                </a:endParaRPr>
              </a:p>
            </p:txBody>
          </p:sp>
        </p:grpSp>
        <p:grpSp>
          <p:nvGrpSpPr>
            <p:cNvPr id="16" name="群組 15">
              <a:extLst>
                <a:ext uri="{FF2B5EF4-FFF2-40B4-BE49-F238E27FC236}">
                  <a16:creationId xmlns:a16="http://schemas.microsoft.com/office/drawing/2014/main" id="{938B74AE-EACD-9C73-1E93-1943D4DB6AA8}"/>
                </a:ext>
              </a:extLst>
            </p:cNvPr>
            <p:cNvGrpSpPr/>
            <p:nvPr/>
          </p:nvGrpSpPr>
          <p:grpSpPr>
            <a:xfrm>
              <a:off x="2648448" y="2641544"/>
              <a:ext cx="442674" cy="397405"/>
              <a:chOff x="8097636" y="5791327"/>
              <a:chExt cx="442674" cy="397405"/>
            </a:xfrm>
          </p:grpSpPr>
          <p:grpSp>
            <p:nvGrpSpPr>
              <p:cNvPr id="17" name="群組 16">
                <a:extLst>
                  <a:ext uri="{FF2B5EF4-FFF2-40B4-BE49-F238E27FC236}">
                    <a16:creationId xmlns:a16="http://schemas.microsoft.com/office/drawing/2014/main" id="{4C53F01C-FB36-3919-AA07-CBECEAB7D3C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098634" y="5791327"/>
                <a:ext cx="441676" cy="397405"/>
                <a:chOff x="10250852" y="2187070"/>
                <a:chExt cx="1159429" cy="1043216"/>
              </a:xfrm>
            </p:grpSpPr>
            <p:sp>
              <p:nvSpPr>
                <p:cNvPr id="20" name="橢圓 19">
                  <a:extLst>
                    <a:ext uri="{FF2B5EF4-FFF2-40B4-BE49-F238E27FC236}">
                      <a16:creationId xmlns:a16="http://schemas.microsoft.com/office/drawing/2014/main" id="{7C71C9C1-A387-B04A-8392-2D92336B64F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50852" y="2187070"/>
                  <a:ext cx="1049900" cy="1043216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 dirty="0"/>
                </a:p>
              </p:txBody>
            </p:sp>
            <p:sp>
              <p:nvSpPr>
                <p:cNvPr id="24" name="橢圓 23">
                  <a:extLst>
                    <a:ext uri="{FF2B5EF4-FFF2-40B4-BE49-F238E27FC236}">
                      <a16:creationId xmlns:a16="http://schemas.microsoft.com/office/drawing/2014/main" id="{E44489BA-322F-921B-F2FE-B26054826C29}"/>
                    </a:ext>
                  </a:extLst>
                </p:cNvPr>
                <p:cNvSpPr/>
                <p:nvPr/>
              </p:nvSpPr>
              <p:spPr>
                <a:xfrm rot="19644702">
                  <a:off x="10410781" y="2349040"/>
                  <a:ext cx="349848" cy="22790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6" name="月亮 25">
                  <a:extLst>
                    <a:ext uri="{FF2B5EF4-FFF2-40B4-BE49-F238E27FC236}">
                      <a16:creationId xmlns:a16="http://schemas.microsoft.com/office/drawing/2014/main" id="{D1E876B3-CFF6-48B3-C70F-4CC3078185D2}"/>
                    </a:ext>
                  </a:extLst>
                </p:cNvPr>
                <p:cNvSpPr/>
                <p:nvPr/>
              </p:nvSpPr>
              <p:spPr>
                <a:xfrm rot="14518812">
                  <a:off x="10810142" y="2581141"/>
                  <a:ext cx="295544" cy="904735"/>
                </a:xfrm>
                <a:prstGeom prst="moon">
                  <a:avLst>
                    <a:gd name="adj" fmla="val 48494"/>
                  </a:avLst>
                </a:prstGeom>
                <a:solidFill>
                  <a:srgbClr val="D25B1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7" name="橢圓 26">
                  <a:extLst>
                    <a:ext uri="{FF2B5EF4-FFF2-40B4-BE49-F238E27FC236}">
                      <a16:creationId xmlns:a16="http://schemas.microsoft.com/office/drawing/2014/main" id="{08101D8B-D154-603D-D350-491E717678F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50852" y="2187070"/>
                  <a:ext cx="1049900" cy="1043216"/>
                </a:xfrm>
                <a:prstGeom prst="ellipse">
                  <a:avLst/>
                </a:prstGeom>
                <a:noFill/>
                <a:ln w="285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</p:grpSp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B6689F73-19D5-5A96-1B7D-D2C2CBCA9F88}"/>
                  </a:ext>
                </a:extLst>
              </p:cNvPr>
              <p:cNvSpPr txBox="1"/>
              <p:nvPr/>
            </p:nvSpPr>
            <p:spPr>
              <a:xfrm>
                <a:off x="8097636" y="5822941"/>
                <a:ext cx="40194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600" dirty="0">
                    <a:solidFill>
                      <a:schemeClr val="accent2">
                        <a:lumMod val="50000"/>
                      </a:schemeClr>
                    </a:solidFill>
                    <a:latin typeface="Myriad Pro" panose="020B0503030403020204" pitchFamily="34" charset="0"/>
                  </a:rPr>
                  <a:t>H</a:t>
                </a:r>
                <a:endParaRPr kumimoji="1" lang="zh-TW" altLang="en-US" sz="1600" dirty="0">
                  <a:solidFill>
                    <a:schemeClr val="accent2">
                      <a:lumMod val="50000"/>
                    </a:schemeClr>
                  </a:solidFill>
                  <a:latin typeface="Myriad Pro" panose="020B0503030403020204" pitchFamily="34" charset="0"/>
                </a:endParaRPr>
              </a:p>
            </p:txBody>
          </p:sp>
        </p:grpSp>
        <p:grpSp>
          <p:nvGrpSpPr>
            <p:cNvPr id="29" name="群組 28">
              <a:extLst>
                <a:ext uri="{FF2B5EF4-FFF2-40B4-BE49-F238E27FC236}">
                  <a16:creationId xmlns:a16="http://schemas.microsoft.com/office/drawing/2014/main" id="{BCB6A447-3959-36BD-A70D-9DB727FC116E}"/>
                </a:ext>
              </a:extLst>
            </p:cNvPr>
            <p:cNvGrpSpPr/>
            <p:nvPr/>
          </p:nvGrpSpPr>
          <p:grpSpPr>
            <a:xfrm>
              <a:off x="3627402" y="4972386"/>
              <a:ext cx="442674" cy="397405"/>
              <a:chOff x="8097636" y="5791327"/>
              <a:chExt cx="442674" cy="397405"/>
            </a:xfrm>
          </p:grpSpPr>
          <p:grpSp>
            <p:nvGrpSpPr>
              <p:cNvPr id="36" name="群組 35">
                <a:extLst>
                  <a:ext uri="{FF2B5EF4-FFF2-40B4-BE49-F238E27FC236}">
                    <a16:creationId xmlns:a16="http://schemas.microsoft.com/office/drawing/2014/main" id="{5BC95A53-E67D-7C45-1C19-7B4CC6FA13E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098634" y="5791327"/>
                <a:ext cx="441676" cy="397405"/>
                <a:chOff x="10250852" y="2187070"/>
                <a:chExt cx="1159429" cy="1043216"/>
              </a:xfrm>
            </p:grpSpPr>
            <p:sp>
              <p:nvSpPr>
                <p:cNvPr id="38" name="橢圓 37">
                  <a:extLst>
                    <a:ext uri="{FF2B5EF4-FFF2-40B4-BE49-F238E27FC236}">
                      <a16:creationId xmlns:a16="http://schemas.microsoft.com/office/drawing/2014/main" id="{4830B0F9-6FB5-DFDC-DA84-595ABEB43AF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50852" y="2187070"/>
                  <a:ext cx="1049900" cy="1043216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 dirty="0"/>
                </a:p>
              </p:txBody>
            </p:sp>
            <p:sp>
              <p:nvSpPr>
                <p:cNvPr id="39" name="橢圓 38">
                  <a:extLst>
                    <a:ext uri="{FF2B5EF4-FFF2-40B4-BE49-F238E27FC236}">
                      <a16:creationId xmlns:a16="http://schemas.microsoft.com/office/drawing/2014/main" id="{E06852C0-D7E1-E871-202C-2F954DC93068}"/>
                    </a:ext>
                  </a:extLst>
                </p:cNvPr>
                <p:cNvSpPr/>
                <p:nvPr/>
              </p:nvSpPr>
              <p:spPr>
                <a:xfrm rot="19644702">
                  <a:off x="10410781" y="2349040"/>
                  <a:ext cx="349848" cy="22790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40" name="月亮 39">
                  <a:extLst>
                    <a:ext uri="{FF2B5EF4-FFF2-40B4-BE49-F238E27FC236}">
                      <a16:creationId xmlns:a16="http://schemas.microsoft.com/office/drawing/2014/main" id="{0151B961-4B59-0D19-4629-435BDA2A97A5}"/>
                    </a:ext>
                  </a:extLst>
                </p:cNvPr>
                <p:cNvSpPr/>
                <p:nvPr/>
              </p:nvSpPr>
              <p:spPr>
                <a:xfrm rot="14518812">
                  <a:off x="10810142" y="2581141"/>
                  <a:ext cx="295544" cy="904735"/>
                </a:xfrm>
                <a:prstGeom prst="moon">
                  <a:avLst>
                    <a:gd name="adj" fmla="val 48494"/>
                  </a:avLst>
                </a:prstGeom>
                <a:solidFill>
                  <a:srgbClr val="D25B1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43" name="橢圓 42">
                  <a:extLst>
                    <a:ext uri="{FF2B5EF4-FFF2-40B4-BE49-F238E27FC236}">
                      <a16:creationId xmlns:a16="http://schemas.microsoft.com/office/drawing/2014/main" id="{90A3EA6B-FBAD-4D02-E73C-AC8C3D45415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50852" y="2187070"/>
                  <a:ext cx="1049900" cy="1043216"/>
                </a:xfrm>
                <a:prstGeom prst="ellipse">
                  <a:avLst/>
                </a:prstGeom>
                <a:noFill/>
                <a:ln w="285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</p:grpSp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5F63102-CEC6-175C-61AF-C5DD4B2B7EA3}"/>
                  </a:ext>
                </a:extLst>
              </p:cNvPr>
              <p:cNvSpPr txBox="1"/>
              <p:nvPr/>
            </p:nvSpPr>
            <p:spPr>
              <a:xfrm>
                <a:off x="8097636" y="5822941"/>
                <a:ext cx="40194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600" dirty="0">
                    <a:solidFill>
                      <a:schemeClr val="accent2">
                        <a:lumMod val="50000"/>
                      </a:schemeClr>
                    </a:solidFill>
                    <a:latin typeface="Myriad Pro" panose="020B0503030403020204" pitchFamily="34" charset="0"/>
                  </a:rPr>
                  <a:t>H</a:t>
                </a:r>
                <a:endParaRPr kumimoji="1" lang="zh-TW" altLang="en-US" sz="1600" dirty="0">
                  <a:solidFill>
                    <a:schemeClr val="accent2">
                      <a:lumMod val="50000"/>
                    </a:schemeClr>
                  </a:solidFill>
                  <a:latin typeface="Myriad Pro" panose="020B0503030403020204" pitchFamily="34" charset="0"/>
                </a:endParaRPr>
              </a:p>
            </p:txBody>
          </p:sp>
        </p:grpSp>
        <p:grpSp>
          <p:nvGrpSpPr>
            <p:cNvPr id="44" name="群組 43">
              <a:extLst>
                <a:ext uri="{FF2B5EF4-FFF2-40B4-BE49-F238E27FC236}">
                  <a16:creationId xmlns:a16="http://schemas.microsoft.com/office/drawing/2014/main" id="{59A4E9A1-A8EB-394A-F6C5-5299D3D4653D}"/>
                </a:ext>
              </a:extLst>
            </p:cNvPr>
            <p:cNvGrpSpPr/>
            <p:nvPr/>
          </p:nvGrpSpPr>
          <p:grpSpPr>
            <a:xfrm>
              <a:off x="3835035" y="777112"/>
              <a:ext cx="442674" cy="397405"/>
              <a:chOff x="8097636" y="5791327"/>
              <a:chExt cx="442674" cy="397405"/>
            </a:xfrm>
          </p:grpSpPr>
          <p:grpSp>
            <p:nvGrpSpPr>
              <p:cNvPr id="46" name="群組 45">
                <a:extLst>
                  <a:ext uri="{FF2B5EF4-FFF2-40B4-BE49-F238E27FC236}">
                    <a16:creationId xmlns:a16="http://schemas.microsoft.com/office/drawing/2014/main" id="{AAAB3362-5EF7-0718-AA08-2EE06518EE8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098634" y="5791327"/>
                <a:ext cx="441676" cy="397405"/>
                <a:chOff x="10250852" y="2187070"/>
                <a:chExt cx="1159429" cy="1043216"/>
              </a:xfrm>
            </p:grpSpPr>
            <p:sp>
              <p:nvSpPr>
                <p:cNvPr id="48" name="橢圓 47">
                  <a:extLst>
                    <a:ext uri="{FF2B5EF4-FFF2-40B4-BE49-F238E27FC236}">
                      <a16:creationId xmlns:a16="http://schemas.microsoft.com/office/drawing/2014/main" id="{BB286B50-E326-0C64-6EA0-30DCBC6D6E1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50852" y="2187070"/>
                  <a:ext cx="1049900" cy="1043216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 dirty="0"/>
                </a:p>
              </p:txBody>
            </p:sp>
            <p:sp>
              <p:nvSpPr>
                <p:cNvPr id="51" name="橢圓 50">
                  <a:extLst>
                    <a:ext uri="{FF2B5EF4-FFF2-40B4-BE49-F238E27FC236}">
                      <a16:creationId xmlns:a16="http://schemas.microsoft.com/office/drawing/2014/main" id="{7B1B998E-D2AD-3998-2FF7-69BE3A03BD08}"/>
                    </a:ext>
                  </a:extLst>
                </p:cNvPr>
                <p:cNvSpPr/>
                <p:nvPr/>
              </p:nvSpPr>
              <p:spPr>
                <a:xfrm rot="19644702">
                  <a:off x="10410781" y="2349040"/>
                  <a:ext cx="349848" cy="22790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52" name="月亮 51">
                  <a:extLst>
                    <a:ext uri="{FF2B5EF4-FFF2-40B4-BE49-F238E27FC236}">
                      <a16:creationId xmlns:a16="http://schemas.microsoft.com/office/drawing/2014/main" id="{2921BF80-360F-214F-0443-76751DA7256F}"/>
                    </a:ext>
                  </a:extLst>
                </p:cNvPr>
                <p:cNvSpPr/>
                <p:nvPr/>
              </p:nvSpPr>
              <p:spPr>
                <a:xfrm rot="14518812">
                  <a:off x="10810142" y="2581141"/>
                  <a:ext cx="295544" cy="904735"/>
                </a:xfrm>
                <a:prstGeom prst="moon">
                  <a:avLst>
                    <a:gd name="adj" fmla="val 48494"/>
                  </a:avLst>
                </a:prstGeom>
                <a:solidFill>
                  <a:srgbClr val="D25B1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53" name="橢圓 52">
                  <a:extLst>
                    <a:ext uri="{FF2B5EF4-FFF2-40B4-BE49-F238E27FC236}">
                      <a16:creationId xmlns:a16="http://schemas.microsoft.com/office/drawing/2014/main" id="{355EF3B5-97DA-AB99-674B-3BB75AC6428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50852" y="2187070"/>
                  <a:ext cx="1049900" cy="1043216"/>
                </a:xfrm>
                <a:prstGeom prst="ellipse">
                  <a:avLst/>
                </a:prstGeom>
                <a:noFill/>
                <a:ln w="285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</p:grpSp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9684575C-46CE-364B-AD2F-9229F9701B81}"/>
                  </a:ext>
                </a:extLst>
              </p:cNvPr>
              <p:cNvSpPr txBox="1"/>
              <p:nvPr/>
            </p:nvSpPr>
            <p:spPr>
              <a:xfrm>
                <a:off x="8097636" y="5822941"/>
                <a:ext cx="40194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600" dirty="0">
                    <a:solidFill>
                      <a:schemeClr val="accent2">
                        <a:lumMod val="50000"/>
                      </a:schemeClr>
                    </a:solidFill>
                    <a:latin typeface="Myriad Pro" panose="020B0503030403020204" pitchFamily="34" charset="0"/>
                  </a:rPr>
                  <a:t>H</a:t>
                </a:r>
                <a:endParaRPr kumimoji="1" lang="zh-TW" altLang="en-US" sz="1600" dirty="0">
                  <a:solidFill>
                    <a:schemeClr val="accent2">
                      <a:lumMod val="50000"/>
                    </a:schemeClr>
                  </a:solidFill>
                  <a:latin typeface="Myriad Pro" panose="020B0503030403020204" pitchFamily="34" charset="0"/>
                </a:endParaRPr>
              </a:p>
            </p:txBody>
          </p:sp>
        </p:grp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BA11FD4A-4204-32B5-D59D-49515FE693B3}"/>
                </a:ext>
              </a:extLst>
            </p:cNvPr>
            <p:cNvGrpSpPr/>
            <p:nvPr/>
          </p:nvGrpSpPr>
          <p:grpSpPr>
            <a:xfrm>
              <a:off x="7277768" y="2219417"/>
              <a:ext cx="442674" cy="397405"/>
              <a:chOff x="8097636" y="5791327"/>
              <a:chExt cx="442674" cy="397405"/>
            </a:xfrm>
          </p:grpSpPr>
          <p:grpSp>
            <p:nvGrpSpPr>
              <p:cNvPr id="55" name="群組 54">
                <a:extLst>
                  <a:ext uri="{FF2B5EF4-FFF2-40B4-BE49-F238E27FC236}">
                    <a16:creationId xmlns:a16="http://schemas.microsoft.com/office/drawing/2014/main" id="{6D62BABF-6C15-B2AB-1400-BDBB7447C41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098634" y="5791327"/>
                <a:ext cx="441676" cy="397405"/>
                <a:chOff x="10250852" y="2187070"/>
                <a:chExt cx="1159429" cy="1043216"/>
              </a:xfrm>
            </p:grpSpPr>
            <p:sp>
              <p:nvSpPr>
                <p:cNvPr id="58" name="橢圓 57">
                  <a:extLst>
                    <a:ext uri="{FF2B5EF4-FFF2-40B4-BE49-F238E27FC236}">
                      <a16:creationId xmlns:a16="http://schemas.microsoft.com/office/drawing/2014/main" id="{1D1FB0C7-95B7-25F5-986A-4955EDE1CDB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50852" y="2187070"/>
                  <a:ext cx="1049900" cy="1043216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 dirty="0"/>
                </a:p>
              </p:txBody>
            </p:sp>
            <p:sp>
              <p:nvSpPr>
                <p:cNvPr id="1024" name="橢圓 1023">
                  <a:extLst>
                    <a:ext uri="{FF2B5EF4-FFF2-40B4-BE49-F238E27FC236}">
                      <a16:creationId xmlns:a16="http://schemas.microsoft.com/office/drawing/2014/main" id="{59907829-D39E-98F1-4949-F6C8C33A8424}"/>
                    </a:ext>
                  </a:extLst>
                </p:cNvPr>
                <p:cNvSpPr/>
                <p:nvPr/>
              </p:nvSpPr>
              <p:spPr>
                <a:xfrm rot="19644702">
                  <a:off x="10410781" y="2349040"/>
                  <a:ext cx="349848" cy="22790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1025" name="月亮 1024">
                  <a:extLst>
                    <a:ext uri="{FF2B5EF4-FFF2-40B4-BE49-F238E27FC236}">
                      <a16:creationId xmlns:a16="http://schemas.microsoft.com/office/drawing/2014/main" id="{CEC52370-22C9-1777-F85E-637F128B78BE}"/>
                    </a:ext>
                  </a:extLst>
                </p:cNvPr>
                <p:cNvSpPr/>
                <p:nvPr/>
              </p:nvSpPr>
              <p:spPr>
                <a:xfrm rot="14518812">
                  <a:off x="10810142" y="2581141"/>
                  <a:ext cx="295544" cy="904735"/>
                </a:xfrm>
                <a:prstGeom prst="moon">
                  <a:avLst>
                    <a:gd name="adj" fmla="val 48494"/>
                  </a:avLst>
                </a:prstGeom>
                <a:solidFill>
                  <a:srgbClr val="D25B1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1027" name="橢圓 1026">
                  <a:extLst>
                    <a:ext uri="{FF2B5EF4-FFF2-40B4-BE49-F238E27FC236}">
                      <a16:creationId xmlns:a16="http://schemas.microsoft.com/office/drawing/2014/main" id="{3CBC6EAF-5F43-63A6-E550-D6B9F7483FE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50852" y="2187070"/>
                  <a:ext cx="1049900" cy="1043216"/>
                </a:xfrm>
                <a:prstGeom prst="ellipse">
                  <a:avLst/>
                </a:prstGeom>
                <a:noFill/>
                <a:ln w="285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</p:grpSp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49A66959-444E-35F1-2AB6-3E7B249ED492}"/>
                  </a:ext>
                </a:extLst>
              </p:cNvPr>
              <p:cNvSpPr txBox="1"/>
              <p:nvPr/>
            </p:nvSpPr>
            <p:spPr>
              <a:xfrm>
                <a:off x="8097636" y="5822941"/>
                <a:ext cx="40194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600" dirty="0">
                    <a:solidFill>
                      <a:schemeClr val="accent2">
                        <a:lumMod val="50000"/>
                      </a:schemeClr>
                    </a:solidFill>
                    <a:latin typeface="Myriad Pro" panose="020B0503030403020204" pitchFamily="34" charset="0"/>
                  </a:rPr>
                  <a:t>H</a:t>
                </a:r>
                <a:endParaRPr kumimoji="1" lang="zh-TW" altLang="en-US" sz="1600" dirty="0">
                  <a:solidFill>
                    <a:schemeClr val="accent2">
                      <a:lumMod val="50000"/>
                    </a:schemeClr>
                  </a:solidFill>
                  <a:latin typeface="Myriad Pro" panose="020B0503030403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0697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26</Words>
  <Application>Microsoft Macintosh PowerPoint</Application>
  <PresentationFormat>寬螢幕</PresentationFormat>
  <Paragraphs>15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Myriad Pro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4</cp:revision>
  <dcterms:created xsi:type="dcterms:W3CDTF">2025-12-21T10:53:20Z</dcterms:created>
  <dcterms:modified xsi:type="dcterms:W3CDTF">2025-12-21T12:29:09Z</dcterms:modified>
</cp:coreProperties>
</file>